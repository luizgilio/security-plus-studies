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11480"/>
            <a:ext cx="2011680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3  —  SECURITY ARCHITECTURE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Resiliência 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Recuperação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2004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· Recovery · Business Continuity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78892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90779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Disponibilidade · Cluster · Hot/Warm/Cold Site · COOP · Capacity Planning · Tabletop · Failover · Phishing Simulation · Backups · Snapshot · Replicação · Journaling · UPS · Gerador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 Otavio Gonçalves Gilio  ·  Security+ SY0-701  ·  github.com/LuizGilio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Disponibilidade e Sites de Recuperação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· CLUSTER · LOAD BALANCER · HOT SITE · WARM SITE · COLD SITE · COOP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233172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2331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DISPONIBILIDADE E CLUSTER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91056"/>
            <a:ext cx="3886200" cy="1819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HA: tudo sempre ligado — failover instantâneo, sem intervenção manual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de servidores: múltiplos servidores como um único recurso para o usuário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compartilhado (shared storage) — dados sincronizados entre nós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Balancer: distribui carga — servidores não precisam saber da existência uns dos outros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servidor falhar, balanceador remove automaticamente e redistribui a carga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Multi-cloud: AWS + Azure + GCP — falha num provedor não derruba tudo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63440" y="1170432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DE RECUPERAÇÃO DE DESASTRES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63440" y="1481328"/>
            <a:ext cx="4160520" cy="80467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572768"/>
            <a:ext cx="27432" cy="6217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545336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SITE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73168" y="1810512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 EXATA do datacenter — tudo sincronizado e pronto para uso imediato. Mais caro.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2414016"/>
            <a:ext cx="4160520" cy="80467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505456"/>
            <a:ext cx="27432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247802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SITE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73168" y="2743200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Equipamentos parcialmente instalados, dados parcialmente sincronizados — precisa de hardware adicional.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3346704"/>
            <a:ext cx="4160520" cy="80467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3438144"/>
            <a:ext cx="27432" cy="6217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3410712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SITE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73168" y="3675888"/>
            <a:ext cx="3886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Prédio vazio com energia e luz — sem equipamentos ou dados. Você leva tudo. Mais barato.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639312"/>
            <a:ext cx="8503920" cy="102412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639312"/>
            <a:ext cx="36576" cy="10241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70332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 — Continuity of Operations Plan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3977640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continuidade quando NENHUMA tecnologia está disponível. Define processos manuais: transações em papel, aprovação de cartão por telefone, recibos físicos. Garante que o negócio continua mesmo sem sistemas.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3  ·  Resiliência e Recuperação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de Capacidade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PLANNING  ·  ESCALABILIDADE  ·  ELASTICIDADE  ·  CLOUD  ·  RIGHT-SIZING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8503920" cy="457200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36576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 entre oferta e demanda — subdimensionar causa lentidão e outages, superdimensionar desperdiça dinheiro. A chave é ter exatamente o necessário.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719072"/>
            <a:ext cx="2724912" cy="294436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719072"/>
            <a:ext cx="36576" cy="2944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9222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048256"/>
            <a:ext cx="2487168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03120"/>
            <a:ext cx="2487168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 mais difícil de escalar — contratar e treinar leva tempo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funcionários: contratar (caro e demorado)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funcionários: realocar ou reduzir quadro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1719072"/>
            <a:ext cx="2724912" cy="294436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1719072"/>
            <a:ext cx="36576" cy="29443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79222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383280" y="2048256"/>
            <a:ext cx="2487168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103120"/>
            <a:ext cx="2487168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balancers + múltiplos servidores web — adicionar/remover invisível ao usuário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Múltiplos servidores SQL — banco dividido por vários servidores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Cloud: escalar com cliques — pagar apenas pelo que usar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1719072"/>
            <a:ext cx="2724912" cy="294436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719072"/>
            <a:ext cx="36576" cy="29443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792224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— RIGHT-SIZING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309360" y="2048256"/>
            <a:ext cx="2487168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2103120"/>
            <a:ext cx="2487168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para cima em picos de demanda — invisível para usuários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(right-size) quando demanda cai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Nuvem elimina aquisição, instalação e configuração de hardware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3  ·  Resiliência e Recuperação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Recuperação e Simulações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TABLETOP EXERCISE  ·  FAILOVER TEST  ·  PHISHING SIMULATION  ·  PARALLEL PROCESSING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2176272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21762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43584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TABLETOP EXERCISE — Exercício de Mesa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499616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54480"/>
            <a:ext cx="388620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Passar pelas etapas de recuperação em grupo sem ativação real do site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menos caro que mover toda a equipe para um site de recuperação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lacunas e problemas no plano de recuperação antes de um desastre real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coordenar com outras equipes da organização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Realizado regularmente para todos entenderem os processos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2176272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70432"/>
            <a:ext cx="36576" cy="21762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43584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TEST — Teste de Failover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499616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54480"/>
            <a:ext cx="393192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se sistemas redundantes alternam automaticamente em caso de falha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ideal: transparente — usuários não percebem que estão no backup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 redundância: múltiplos switches, firewalls, roteadores, load balancers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Múltiplos links de internet de provedores diferentes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456432"/>
            <a:ext cx="4114800" cy="1207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456432"/>
            <a:ext cx="36576" cy="1207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4787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DE PHISHING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380390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77056"/>
            <a:ext cx="38862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e-mail falso para todos na empresa — monitora quem clica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duplo: sistemas automatizados detectam? E os usuários?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clica recebe treinamento adicional obrigatório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456432"/>
            <a:ext cx="4160520" cy="1207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3456432"/>
            <a:ext cx="36576" cy="1207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54787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PROCESSING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00600" y="3803904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877056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CPUs ou núcleos processando transações simultaneamente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 carga — se um processador falha, os outros absorvem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Resiliência + performance em uma única solução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3  ·  Resiliência e Recuperação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Backups, Snapshots e Replicação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· OFF-SITE · SNAPSHOT · REPLICAÇÃO · JOURNALING · CRIPTOGRAFIA DE BACKUP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2724912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43584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vs OFF-SITE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499616"/>
            <a:ext cx="2496312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54480"/>
            <a:ext cx="249631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On-site: mesmo local — rápida recuperação, menos custo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Off-site: local diferente — protege contra desastre físico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prática: AMBOS — on-site para velocidade, off-site para DR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DEVEM ser criptografados — caso de roubo de fita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chaves de recuperação separadamente dos backups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170432"/>
            <a:ext cx="2724912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70432"/>
            <a:ext cx="36576" cy="3493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243584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83280" y="1499616"/>
            <a:ext cx="2496312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554480"/>
            <a:ext cx="249631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 instantânea de VM ou infraestrutura cloud com um clique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Incremental: salva apenas as mudanças desde o último snapshot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antes de qualquer mudança significativa no sistema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simples: encontra o snapshot e restaura em minutos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Estratégia: snapshot diário — sempre tem versão das últimas 24h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1170432"/>
            <a:ext cx="265176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170432"/>
            <a:ext cx="36576" cy="3493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243584"/>
            <a:ext cx="2450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REPLICAÇÃO E JOURNALING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309360" y="1499616"/>
            <a:ext cx="242316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554480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Replicação: copia dados em tempo quase real para outro local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Alteração local → todos os locais replicados atualizados em segundos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hot site — dados sempre atualizados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Journaling: grava dados no diário primeiro, depois no DB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contra corrupção por queda de energia durante gravação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falhar na gravação, DB usa o diário para se corrigir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3  ·  Resiliência e Recuperação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Resiliência de Energia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  ·  GERADOR  ·  BLACKOUT  ·  BROWNOUT  ·  SURGE  ·  OFFLINE  ·  LINE-INTERACTIVE  ·  ONLINE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8503920" cy="420624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36576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é a base de TUDO. Provedores externos controlam o fornecimento — precisamos de sistemas de backup para garantir disponibilidade mesmo em interrupções.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4114800" cy="2999232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664208"/>
            <a:ext cx="36576" cy="2999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55648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 — Uninterruptible Power Supply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84832"/>
            <a:ext cx="3886200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Bateria interna mantém sistemas funcionando durante interrupções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contra: Blackout (sem energia), Brownout (queda de voltagem), Surge (sobretensão)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UPS: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Offline/Standby: switch automático para bateria quando energia principal falha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Line-Interactive: aumenta voltagem gradualmente em brownouts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(Double Conversion): sempre roda na bateria — mais proteção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Desliga sistemas automaticamente antes da bateria esgotar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664208"/>
            <a:ext cx="4160520" cy="2999232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664208"/>
            <a:ext cx="36576" cy="29992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755648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00600" y="2011680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084832"/>
            <a:ext cx="3931920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de longo prazo — enquanto tiver combustível, gera energia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alimentar prédio inteiro ou seção específica (tomadas marcadas)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partida leva ~1 minuto — período sem energia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ideal: UPS + Gerador juntos: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Interrupção → Gerador começa a ligar (~1 min)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 cobre o período de partida do gerador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Gerador assume → sistemas transferidos para energia do gerador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3  ·  Resiliência e Recuperação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Críticos para a Prova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32688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Site: réplica exata, pronto imediatamente — mais caro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32688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Site: prédio vazio, sem equipamentos — mais barato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627632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Site: meio-termo — equipamentos parciais, dados parciais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627632"/>
            <a:ext cx="27432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COOP: plano manual quando NENHUMA tecnologia está disponível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322576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Tabletop Exercise: simula recuperação sem ativar o site real — identifica lacunas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322576"/>
            <a:ext cx="2743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ideal: transparente — usuários não percebem a troca para backup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017520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DEVEM ser criptografados — caso de perda ou roubo físico da mídia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017520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Snapshot: incremental, para VMs — usar antes de qualquer mudança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712464"/>
            <a:ext cx="2743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Replicação: tempo quase real — ideal para hot site sempre atualizado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712464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Journaling: diário → DB — protege contra corrupção por queda de energia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407408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 cobre o ~1 minuto de partida do gerador — ambos usados juntos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4407408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Brownout = queda de voltagem  ·  Blackout = sem energia  ·  Surge = sobretensão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3  ·  Resiliência e Recuperação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Security+ SY0-701 — 3.4 Resiliência e Recuperação</dc:title>
  <dc:subject>PptxGenJS Presentation</dc:subject>
  <dc:creator>PptxGenJS</dc:creator>
  <cp:lastModifiedBy>PptxGenJS</cp:lastModifiedBy>
  <cp:revision>1</cp:revision>
  <dcterms:created xsi:type="dcterms:W3CDTF">2026-03-19T21:04:18Z</dcterms:created>
  <dcterms:modified xsi:type="dcterms:W3CDTF">2026-03-19T21:04:18Z</dcterms:modified>
</cp:coreProperties>
</file>