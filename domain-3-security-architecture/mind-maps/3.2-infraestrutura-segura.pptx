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3  —  SECURITY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Infraestrutura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Infrastructure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Zones · Attack Surface · IPS/IDS · Jump Server · Proxy · Load Balancer · SIEM · Port Security · 802.1X · EAP · Firewall Types · NGFW · WAF · VPN · SD-WAN · SASE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Zones e Attack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ZONE  ·  UNTRUSTED ZONE  ·  SCREENED SUBNET  ·  ATTACK SURFACE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ZONES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lógica dos dispositivos por uso ou tipo de acesso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granular que apenas IP/subnet — baseado em confiança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comuns: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Zone (Interna) — rede corporativa interna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Zone (Externa) — internet, rede pública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Zone (DMZ) — servidores web e serviços públicos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Subnet / DMZ: servidores acessíveis externamente — isolados da rede interna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firewall definidas por zona — mais fácil de gerenciar e auditar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de todas as entradas potenciais na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de entrada: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aplicação com vulnerabilidades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abertas desnecessárias em servidores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autenticação vulnerável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humano — regra de firewall mal configurada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minimizar a superfície de ataque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reduzir: auditar código, bloquear portas, monitorar tráfego em tempo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em nível de aplicação protege dados mesmo se capturados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IDS e Appliances de Rede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· IDS · FAIL OPEN · FAIL CLOSE · INLINE · PASSIVE · PORT MIRROR · NETWORK TAP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114800" cy="14173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— Intrusion Detection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e ALERTA sobre tráfego suspeito — NÃO bloqueia. Passivo por natureza.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160520" cy="1417320"/>
          </a:xfrm>
          <a:prstGeom prst="rect">
            <a:avLst/>
          </a:prstGeom>
          <a:solidFill>
            <a:srgbClr val="1F1F1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15568"/>
            <a:ext cx="36576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— Intrusion Prevention System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E BLOQUEIA em tempo real — fica inline entre os dispositivos. Detecta exploits, buffer overflow, SQLi.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670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FALHA E MONITORAMENTO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251960" cy="7132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90672"/>
            <a:ext cx="2743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540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OPEN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trava → tráfego continua fluindo. Segurança desativada mas rede permanece ativa.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4251960" cy="7132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90672"/>
            <a:ext cx="2743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540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310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trava → conexão cortada. Rede para — segurança máxima mesmo em falha.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4251960" cy="7132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31920"/>
            <a:ext cx="2743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95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(Ativo)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1513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entre firewall e switch — examina todo tráfego e bloqueia em tempo real. Modo padrão.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4251960" cy="71323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931920"/>
            <a:ext cx="27432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895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(Port Mirror)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41513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copia tráfego para o IPS via SPAN. Não interrompe a rede — capacidade limitada de bloqueio.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Server, Proxy e Load Balancer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SERVER  ·  FORWARD/REVERSE PROXY  ·  LOAD BALANCER  ·  SIEM  ·  SENSORES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2331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331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SERVER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seguro interno para gerenciar outros servidores remotamente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Processo: cliente → Jump Server → SSH → servidor interno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ponto de entrada — DEVE ser hardened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2331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2331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SERVER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Intermediário entre cliente e internet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Proxy: controla saída — filtra URL, verifica conteúdo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Proxy: protege servidor web de entrada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Proxy: proxy de terceiros — RISCO de segurança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sem config no cliente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2331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2331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tráfego entre múltiplos servidores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Offloading: descriptografa TLS no LB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Ativo-Ativo: todos os servidores trabalham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Ativo-Passivo: standby assume em falha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switching por tipo de requisição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39312"/>
            <a:ext cx="8503920" cy="10241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39312"/>
            <a:ext cx="36576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03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— Security Information and Event Manager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logs de switches, roteadores, firewalls, IPS e SOs em uma fonte central. Correlaciona eventos de múltiplas fontes para detectar IOCs. Base para resposta a incidentes e relatórios de compliance.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 e 802.1X / EAP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  ·  EAP  ·  802.1X  ·  NAC  ·  SUPPLICANT  ·  AUTHENTICATOR  ·  AUTH SERVER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Security: autenticação antes de acessar a rede — funciona em redes sem fio E com fio. O protocolo base é o EAP (Extensible Authentication Protocol), integrado com o padrão 802.1X.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4114800" cy="2331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19072"/>
            <a:ext cx="36576" cy="2331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E 802.1X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9696"/>
            <a:ext cx="388620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 = framework de autenticação aplicável a qualquer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= padrão IEEE para autenticação em redes — NAC baseado em porta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autenticação 802.1X → sem acesso à rede, mesmo conectado fisicamente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com: RADIUS, LDAP, TACACS+, Kerberos, Active Directory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171907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COMPONENTES DO PROCESSO 802.1X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2029968"/>
            <a:ext cx="416052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03120"/>
            <a:ext cx="27432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8483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20848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SUPPLICANT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23225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— dispositivo tentando acessar a rede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688336"/>
            <a:ext cx="416052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761488"/>
            <a:ext cx="27432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4320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2743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9809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ou AP — pede credenciais, repassa ao servidor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46704"/>
            <a:ext cx="416052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419856"/>
            <a:ext cx="27432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015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401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36393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Directory, RADIUS, TACACS+ — valida as credenciais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160520"/>
            <a:ext cx="850392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87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418795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Supplicant conecta → Authenticator solicita credenciais (EAP Request) → Supplicant responde (EAP Response) → Authenticator repassa ao Auth Server → Server valida → Authenticator libera acesso à rede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Firewall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 ·  UTM  ·  NGFW  ·  WAF  ·  CAMADA 4 vs CAMADA 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4173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1417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TRADICIONAL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402336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na Camada 4 — filtra por número de porta TCP/UDP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entrada e saída da rede — borda da rede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incluir NAT, VPN e roteamento (Camada 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4251960" cy="14173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70432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43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— Unified Threat Management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92040" y="1499616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54480"/>
            <a:ext cx="402336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Tudo-em-um: filtragem URL, antimalware, antispam, IDS/IPS, QoS, VPN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na Camada 4 — desvantagem de desempenho com muitos recursos ativos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chamado: Web Security Gateway ou All-in-One Security Appliance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4251960" cy="14173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06624"/>
            <a:ext cx="36576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— Next Generation Firewall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402336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na Camada 7 — inspeção profunda de pacotes (Deep Packet Inspection)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decisões por APLICAÇÃO, não só por porta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permite SQL Server independente de porta, bloqueia posts no Twitter mas permite leitura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IPS embutido e categorização de URLs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06624"/>
            <a:ext cx="4251960" cy="14173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06624"/>
            <a:ext cx="36576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797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— Web Application Firewall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92040" y="3035808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90672"/>
            <a:ext cx="402336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entrada em aplicações web — HTTP/HTTPS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SQLi, XSS e outros ataques a aplicações web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exige WAF para aplicações de cartão de crédito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junto com NGFW — cada um inspeciona tráfego diferente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VPN, SD-WAN e SASE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 ·  SSL/TLS VPN  ·  IPsec SITE-TO-SITE  ·  SD-WAN  ·  SASE  ·  VPN CONCENTRATOR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 dados privados e os envia pela internet pública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Concentrator: ponto final para conexões criptografadas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Tunelamento: criptografa pacote + adiciona header IPsec + novo header IP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VPN: usa porta TCP 443 — passa por qualquer firewall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VPN: site-to-site entre filiais — transparente para usuários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WAN — resolve o problema de acessar aplicações em nuvem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tradicional: tráfego centralizado no datacenter — ineficiente para nuvem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SD-WAN: conecta diretamente às aplicações web — mais eficiente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dinâmicas que se adaptam ao destino do tráfego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Service Edge — próxima geração de VPN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 nuvem: firewall, controle de acesso próximo aos serviços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SASE no dispositivo → conexão segura à nuvem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segurança de rede e acesso remoto numa plataforma cloud-first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bloqueia  ·  IDS apenas alerta — IPS fica inline, IDS pode ser passivo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Open: rede continua mas sem segurança  ·  Fail Close: rede para mas seguro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/ Screened Subnet: servidores públicos isolados da rede interna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NGFW: Camada 7 — filtra por aplicação  ·  Firewall tradicional: Camada 4 — por porta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WAF: bloqueia SQLi e XSS em aplicações web — PCI DSS exige WAF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UTM: tudo-em-um na Camada 4 — perda de desempenho com muitos recursos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802.1X: sem autenticação = sem acesso à rede mesmo conectado fisicamente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EAP: framework de autenticação  ·  802.1X: padrão IEEE que usa EAP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Server: ponto de entrada para gerenciamento — DEVE ser hardened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protege servidor de entrada  ·  Forward Proxy filtra saída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VPN usa porta 443 — passa por firewall  ·  IPsec: site-to-site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 = próxima geração de VPN — segurança cloud-first unificada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Infraestrutura Segura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3.2 Infraestrutura Segura</dc:title>
  <dc:subject>PptxGenJS Presentation</dc:subject>
  <dc:creator>PptxGenJS</dc:creator>
  <cp:lastModifiedBy>PptxGenJS</cp:lastModifiedBy>
  <cp:revision>1</cp:revision>
  <dcterms:created xsi:type="dcterms:W3CDTF">2026-03-19T20:15:26Z</dcterms:created>
  <dcterms:modified xsi:type="dcterms:W3CDTF">2026-03-19T20:15:26Z</dcterms:modified>
</cp:coreProperties>
</file>