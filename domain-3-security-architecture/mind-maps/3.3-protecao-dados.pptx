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11480"/>
            <a:ext cx="2011680" cy="274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3  —  SECURITY ARCHITECTURE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Proteção de Dados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20040" y="2011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· Classifications · States · Protection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2487168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60604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Dados · PII · PHI · Classificações · Data at Rest · Data in Transit · Data in Use · Data Sovereignty · Geolocation · Geofencing · Criptografia · Hashing · Tokenização · Ofuscação · Data Masking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Luiz Otavio Gonçalves Gilio  ·  Security+ SY0-701  ·  github.com/LuizGilio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e Classificações de Dados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REGULAMENTADOS · PII · PHI · PROPRIETÁRIOS · CONFIDENCIAL · CLASSIFICADO · CRÍTICO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4251960" cy="74980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61872"/>
            <a:ext cx="27432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3444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Regulamentados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49047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PCI, leis governamentais — terceiro define como proteger (ex: dados de cartão de crédito)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170432"/>
            <a:ext cx="4251960" cy="74980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261872"/>
            <a:ext cx="27432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23444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Segredos Comerciais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92040" y="149047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e segredos únicos da organização — conhecidos apenas internamente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039112"/>
            <a:ext cx="4251960" cy="74980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130552"/>
            <a:ext cx="27432" cy="5669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10312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Propriedade Intelectual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235915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Protegida por direitos autorais e marcas registradas — visível mas protegida legalmente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2039112"/>
            <a:ext cx="4251960" cy="74980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130552"/>
            <a:ext cx="27432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10312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Informações Legais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92040" y="235915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do tribunal (públicos) + PII e dados sensíveis (privados) — armazenados separadamente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2907792"/>
            <a:ext cx="4251960" cy="74980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2999232"/>
            <a:ext cx="27432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97180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— Dados Pessoais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322783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data de nascimento, biometria, endereço — qualquer dado que identifique um indivíduo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2907792"/>
            <a:ext cx="4251960" cy="74980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999232"/>
            <a:ext cx="27432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297180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— Saúde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92040" y="322783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saúde, registros médicos, pagamentos de saúde — altamente protegidos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3776472"/>
            <a:ext cx="4251960" cy="74980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3867912"/>
            <a:ext cx="27432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84048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Financeiros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409651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Detalhes bancários, pagamentos, informações financeiras internas — nunca compartilhar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3776472"/>
            <a:ext cx="4251960" cy="74980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3867912"/>
            <a:ext cx="27432" cy="5669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84048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Proprietários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92040" y="409651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únicos da organização — não encontrados fora da empresa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3  ·  Proteção de Dados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 de Classificação de Dados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SENSÍVEL · CONFIDENCIAL · PÚBLICO · PRIVADO · CLASSIFICADO · RESTRITO · CRÍTICO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8503920" cy="420624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36576" cy="42062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1556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classificação define o nível de acesso necessário — diferentes classificações = diferentes permissões, processos de acesso e onde os dados podem ser armazenados na rede.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664208"/>
            <a:ext cx="8503920" cy="53035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737360"/>
            <a:ext cx="27432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099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 / NÃO CLASSIFICADO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91840" y="17373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pessoa pode visualizar. Informações de registros públicos, comunicados de imprensa, dados governamentais abertos.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286000"/>
            <a:ext cx="8503920" cy="53035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359152"/>
            <a:ext cx="27432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317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SENSÍVEL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91840" y="2359152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 PII, PHI e propriedade intelectual. Requer controles básicos de acesso.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907792"/>
            <a:ext cx="8503920" cy="53035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980944"/>
            <a:ext cx="2743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95351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PRIVADO / CONFIDENCIAL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91840" y="2980944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restrito — pode exigir NDA para acesso. Dados financeiros internos, estratégia da empresa.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529584"/>
            <a:ext cx="8503920" cy="53035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602736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57530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CLASSIFICADO / RESTRITO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91840" y="3602736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Direitos e permissões adicionais necessários. Área restrita da rede — apenas indivíduos específicos.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4151376"/>
            <a:ext cx="8503920" cy="53035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4224528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19709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91840" y="4224528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que devem estar SEMPRE disponíveis. Exige processos de alta disponibilidade e redundância.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3  ·  Proteção de Dados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dos Dados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AT REST  ·  DATA IN TRANSIT  ·  DATA IN USE  ·  DATA SOVEREIGNTY  ·  GEOLOCATION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2724912" cy="2176272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21762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43584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AT REST — Em Repouso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499616"/>
            <a:ext cx="2487168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54480"/>
            <a:ext cx="2487168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armazenados em disco, SSD, pen drive ou banco de dados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Proteções: Full Disk Encryption (BitLocker/FileVault), EFS para arquivos individuais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Permissões de acesso para limitar quem pode acessar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sem criptografia = ainda é 'data at rest'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170432"/>
            <a:ext cx="2724912" cy="2176272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170432"/>
            <a:ext cx="36576" cy="21762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243584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 TRANSIT — Em Trânsito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383280" y="1499616"/>
            <a:ext cx="2487168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554480"/>
            <a:ext cx="2487168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trafegando pela rede — switches, roteadores, firewalls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criptografia = qualquer um com acesso ao link pode ler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Proteções: TLS para tráfego web (HTTPS), VPN/IPsec para site-to-site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e IPS também protegem dados em trânsito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1170432"/>
            <a:ext cx="2724912" cy="2176272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1170432"/>
            <a:ext cx="36576" cy="21762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243584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 USE — Em Uso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309360" y="1499616"/>
            <a:ext cx="2487168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554480"/>
            <a:ext cx="2487168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na RAM ou sendo processados pela CPU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Quase sempre em formato NÃO criptografado na memória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Atacantes miram RAM — dados estão legíveis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Target (2013): malware capturou dados de cartões da RAM dos caixas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493008"/>
            <a:ext cx="4114800" cy="1170432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493008"/>
            <a:ext cx="36576" cy="11704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584448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 — Soberania de Dados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3840480"/>
            <a:ext cx="3886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913632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armazenados num país = leis daquele país se aplicam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(UE): dados de cidadãos europeus devem ser armazenados na UE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Implicação para cloud: escolher região do datacenter com cuidado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3493008"/>
            <a:ext cx="4160520" cy="1170432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3493008"/>
            <a:ext cx="36576" cy="11704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584448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 E GEOFENCING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800600" y="3840480"/>
            <a:ext cx="3931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91363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Geolocation: determina localização via GPS, Wi-Fi (802.11 SSIDs) ou celular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Geofencing: acesso aos dados só permitido dentro das instalações corporativas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geobloqueado é o mesmo conceito — localização controla acesso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3  ·  Proteção de Dados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 e Hashing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 · CIPHER TEXT · CHAVE · CONFUSÃO · HASHING · COLISÃO · ASSINATURA DIGITAL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411480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3493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517904"/>
            <a:ext cx="3886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91056"/>
            <a:ext cx="3886200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Text: dado legível e aberto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 Text: dado criptografado — ilegível sem a chave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Chave: peça central da criptografia — determina segurança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Confusão: diferença dramática entre dado original e criptografado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 é REVERSÍVEL — com a chave correta, dados são recuperados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 simétrica: mesma chave para cifrar e decifrar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 assimétrica: chave pública cifra, chave privada decifra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Digital: chave PRIVADA assina, chave PÚBLICA verifica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70432"/>
            <a:ext cx="416052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70432"/>
            <a:ext cx="36576" cy="3493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61872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00600" y="1517904"/>
            <a:ext cx="3931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591056"/>
            <a:ext cx="3931920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= representação dos dados como string de tamanho fixo (message digest)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é IRREVERSÍVEL — não dá para recriar dados originais do hash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para: verificar integridade de arquivos e armazenar senhas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avalanche: 1 caractere diferente = hash completamente diferente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Colisão: dois inputs diferentes geram o MESMO hash — algoritmo comprometido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MD5: colisões conhecidas desde 1996 — NÃO USAR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SHA-256: padrão atual — seguro contra colisões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Assinaturas Digitais combinam hashing + criptografia assimétrica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3  ·  Proteção de Dados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Tokenização, Ofuscação e Data Masking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TOKENIZAÇÃO · OFUSCAÇÃO · DATA MASKING · SEGMENTAÇÃO DE DADOS · PERMISSÕES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2724912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3493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43584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TOKENIZAÇÃO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499616"/>
            <a:ext cx="2496312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54480"/>
            <a:ext cx="249631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 dados sensíveis por um token — o dado real fica no servidor de tokenização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Pagamentos móveis (Apple Pay, Google Pay): token único enviado em vez do número real do cartão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token for capturado — não pode ser reutilizado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 tokenização valida o token na compra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1170432"/>
            <a:ext cx="2724912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170432"/>
            <a:ext cx="36576" cy="3493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243584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OFUSCAÇÃO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383280" y="1499616"/>
            <a:ext cx="2496312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554480"/>
            <a:ext cx="249631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Torna algo compreensível em algo difícil para humanos reconhecerem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em código fonte para proteger propriedade intelectual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usado por malware para ocultar atividades maliciosas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Masking: oculta parte dos dados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mostrar apenas os últimos 4 dígitos do cartão: **** **** **** 1234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1170432"/>
            <a:ext cx="265176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1170432"/>
            <a:ext cx="36576" cy="3493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243584"/>
            <a:ext cx="2450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E PERMISSÕES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309360" y="1499616"/>
            <a:ext cx="242316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554480"/>
            <a:ext cx="2423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Segmentação: dados separados em pedaços menores em locais diferentes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Violação parcial não expõe tudo — risco reduzido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Permissões: direitos e acessos definidos por conta de usuário após autenticação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Privilege: usuário tem só o necessário para sua função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3  ·  Proteção de Dados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Críticos para a Prova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4124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32688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84124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PII: qualquer dado que identifique um indivíduo (nome, data nascimento, biometria)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84124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32688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84124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PHI: dados de saúde do indivíduo — estado, registros médicos, pagamentos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536192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627632"/>
            <a:ext cx="27432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15361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at Rest: armazenado · Data in Transit: trafegando · Data in Use: na RAM/CPU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536192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627632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5361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 Use: quase sempre descriptografado na RAM — alvo preferido de atacantes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231136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322576"/>
            <a:ext cx="27432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231136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GDPR: dados de cidadãos da UE devem ser armazenados na UE — Data Sovereignty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231136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322576"/>
            <a:ext cx="27432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231136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Geofencing: acesso baseado em localização física — dentro/fora das instalações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2926080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017520"/>
            <a:ext cx="2743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292608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 = reversível com chave  ·  Hashing = IRREVERSÍVEL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2926080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017520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292608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MD5: colisões desde 1996 — descontinuado  ·  SHA-256: padrão atual seguro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621024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712464"/>
            <a:ext cx="27432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" y="362102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Tokenização: token único por transação — se capturado, não pode ser reutilizado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621024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712464"/>
            <a:ext cx="27432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362102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Masking: exibe apenas parte dos dados (ex: últimos 4 dígitos do cartão)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431596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4407408"/>
            <a:ext cx="27432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" y="431596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de dados: violação parcial não expõe todo o banco de dados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431596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4407408"/>
            <a:ext cx="2743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9472" y="431596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Críticos: devem estar SEMPRE disponíveis — exigem alta disponibilidade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3  ·  Proteção de Dados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Security+ SY0-701 — 3.3 Proteção de Dados</dc:title>
  <dc:subject>PptxGenJS Presentation</dc:subject>
  <dc:creator>PptxGenJS</dc:creator>
  <cp:lastModifiedBy>PptxGenJS</cp:lastModifiedBy>
  <cp:revision>1</cp:revision>
  <dcterms:created xsi:type="dcterms:W3CDTF">2026-03-19T20:37:13Z</dcterms:created>
  <dcterms:modified xsi:type="dcterms:W3CDTF">2026-03-19T20:37:13Z</dcterms:modified>
</cp:coreProperties>
</file>