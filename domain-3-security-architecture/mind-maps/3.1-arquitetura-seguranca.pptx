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3  —  SECURITY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Segurança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· Shared Responsibility · Hybrid Cloud · IaC · Serverless · Microservices · Network Segmentation · VLANs · SDN · Virtualization · Containers · IoT · SCADA · Alta Disponibilidade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 Shared Responsibility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· RESPONSABILIDADE COMPARTILHADA · HYBRID CLOUD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572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questão central da nuvem: quem é responsável pela segurança? A Shared Responsibility Matrix define claramente o que é responsabilidade do cliente e o que é do provedor.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137160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37360" y="1691640"/>
            <a:ext cx="352044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691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DO CLIENTE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03520" y="1691640"/>
            <a:ext cx="3520440" cy="3200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691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DO PROVEDOR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137160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574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2057400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0574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Contas/Identidade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0" y="2057400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0574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mais (SO, rede, hardware, app)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137160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157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37360" y="2715768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71576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Contas, Aplicações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2715768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71576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Middleware, Rede, Hardware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374136"/>
            <a:ext cx="137160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741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37360" y="3374136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37413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Contas, App, SO, Rede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3374136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37413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físico, Datacenter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032504"/>
            <a:ext cx="137160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03250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37360" y="4032504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403250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0" y="4032504"/>
            <a:ext cx="352044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403250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— responsabilidade total do cliente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464515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Identidade — o cliente é SEMPRE responsável, independente do modelo de serviço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Arquitetura de Segurança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e Infrastructure as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 ·  MULTI-CLOUD  ·  IaC  ·  VENDOR RISK MANAGEMENT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/ MULTI-CLOUD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múltiplos provedores de nuvem simultaneamente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flexibilidade — mas aumenta complexidade de gerenciamento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principais: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Provedores não conversam entre si diretamente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diferentes por provedor — risco de incompatibilidade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com terminologia diferente — difícil correlacionar no SIEM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trânsito entre provedores cruzam a internet pública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Management: política de gerenciamento de risco para terceiros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de disponibilidade e segurança de terceiros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(IaC)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infraestrutura como código em vez de hardware físico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Descreve: quais hosts construir, servidores web, bancos de dados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e modificação fácil e rápida da infraestrutura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a infraestrutura — mudanças são rastreáveis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Reconstrução em qualquer provedor a qualquer momento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Consistência: mesma definição = mesma infraestrutura sempre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configurações de segurança também são código — auditável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 incidentes: reconstrução rápida após comprometimento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Arquitetura de Segurança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 Microservices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ARCHITECTURE  ·  MICROSERVICES  ·  API GATEWAY  ·  MONOLÍTICO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ARCHITECTURE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sem servidores visíveis — funções individuais na nuvem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função lida com uma pequena parte da aplicação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foco no sistema operacional — a plataforma gerencia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construídas em tempo real e removidas quando não necessárias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custo: paga apenas pelo tempo de execução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concentrada na nuvem — menos superfície local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misconfiguration nas funções pode expor dados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vs MONOLÍTICO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Monolítico: aplicação única executável — tudo no cliente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exige controle de mudança + reinstalação no dispositivo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individuais rodando como instâncias separadas na nuvem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fala com API Gateway → direciona ao microsserviço correto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Escalabilidade: implantar mais instâncias do serviço mais usado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Resiliência: um microsserviço cai — o resto continua funcionando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granular: cada microsserviço tem seu próprio nível de segurança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Arquitetura de Segurança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Rede e SDN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GAP  ·  VLANs  ·  SDN  ·  DATA PLANE  ·  CONTROL PLANE  ·  MANAGEMENT PLANE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16916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FÍSICO — AIR GAP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fisicamente separados em switches diferentes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web em um rack — banco de dados em outro rack separado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segurança — zero comunicação entre segmentos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Desvantagem: não escala — precisa de muitos switches físicos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169164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— SEGMENTAÇÃO LÓGICA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switch físico — interfaces em VLANs diferentes não comunicam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nível de segurança do isolamento físico, mas simplificado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bem — um switch gerencia múltiplos segmentos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padrão em ambientes corporativos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2999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NETWORKING (SDN) — 3 PLANOS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2761488" cy="135331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10128"/>
            <a:ext cx="36576" cy="1353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8328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25420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 trabalho pesado: encaminha tráfego, realiza NAT e criptografia — lida com os dados reais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3310128"/>
            <a:ext cx="2761488" cy="135331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3310128"/>
            <a:ext cx="36576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38328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64992" y="3657600"/>
            <a:ext cx="25420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como os dados devem ser encaminhados — mantém tabelas de roteamento e atualizações dinâmicas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35624" y="3310128"/>
            <a:ext cx="2761488" cy="135331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35624" y="3310128"/>
            <a:ext cx="36576" cy="13533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38328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72784" y="3657600"/>
            <a:ext cx="25420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dispositivo via SSH, SNMP ou APIs — não lida com dados de produção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Arquitetura de Segurança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Virtualização, Containers e IoT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VIRTUALIZAÇÃO  ·  CONTAINERS  ·  IoT  ·  SCADA  ·  SISTEMAS EMBARCADOS  ·  RTOS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VIRTUALIZAÇÃO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SOs em um único hardware via hypervisor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VM tem seu próprio SO convidado — ineficiente em recursos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Escape: risco de mover entre VMs no mesmo hypervisor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(Docker)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 o SO do host — muito mais eficientes que VMs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isoladas entre si dentro do mesmo 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vulnerabilidade no SO host afeta todos os containers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SCADA E EMBARCADOS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sensores, câmeras, assistentes — fabricantes não priorizam segurança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SCADA: controla maquinário pesado — rede segmentada e isolada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RTOS: resposta imediata — frenagem, equipamentos médicos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Embarcados: hardware+software para função única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Arquitetura de Segurança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Disponibilidade, Resiliência e Infraestrutura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· MTTR · ESCALABILIDADE · CONTROLE DE MUDANÇAS · RECUPERAÇÃO · UPS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05156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(HA)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continua funcionando mesmo se parte falhar. Firewalls ativos em pares para failover automático. Meta: 99.999% de uptime.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05156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80160"/>
            <a:ext cx="2743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435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— Mean Time To Repair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reparo após uma interrupção. Mede a resiliência. Restaurar de imagem: 10min vs reinstalar SO: 1h.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4251960" cy="105156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27432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/ Elasticidade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expandir ou contrair infraestrutura conforme demanda. Equilibra custo x desempenho em nuvem.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359152"/>
            <a:ext cx="4251960" cy="105156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27432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32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Mudanças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7066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complexas (web + DB + firewall) exigem processo formal para mudanças. Evita interrupções não planejadas.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4251960" cy="105156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57600"/>
            <a:ext cx="27432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210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Risco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terceiros e seguros de segurança cibernética para proteger contra perdas financeiras por ransomware.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47872"/>
            <a:ext cx="4251960" cy="105156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57600"/>
            <a:ext cx="2743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210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 UPS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89534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física precisa de energia confiável. UPS (No-Break) e geradores garantem continuidade. Monitorar consumo.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Arquitetura de Segurança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Identidade — cliente SEMPRE responsável em qualquer modelo de nuvem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IaaS: cliente gerencia SO e rede  ·  SaaS: cliente gerencia só dados e contas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Cloud: dados em trânsito entre provedores cruzam a internet pública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IaC: infraestrutura definida como código — reconstrução rápida após incidente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Serverless: funções individuais — segurança concentrada na nuvem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Microservices: resiliência — um cai, os outros continuam. Escalabilidade granular.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Gap: isolamento físico total  ·  VLAN: isolamento lógico — escala melhor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— Data Plane encaminha · Control Plane roteia · Management Plane configura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compartilham SO do host — VM tem SO próprio (hypervisor)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SCADA: rede segmentada e isolada — controla infraestrutura crítica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RTOS: resposta determinística imediata — equipamentos médicos, freios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+ MTTR: disponibilidade medida por uptime, resiliência medida por tempo de reparo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Arquitetura de Segurança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3.1 Arquitetura de Segurança</dc:title>
  <dc:subject>PptxGenJS Presentation</dc:subject>
  <dc:creator>PptxGenJS</dc:creator>
  <cp:lastModifiedBy>PptxGenJS</cp:lastModifiedBy>
  <cp:revision>1</cp:revision>
  <dcterms:created xsi:type="dcterms:W3CDTF">2026-03-19T19:53:08Z</dcterms:created>
  <dcterms:modified xsi:type="dcterms:W3CDTF">2026-03-19T19:53:08Z</dcterms:modified>
</cp:coreProperties>
</file>