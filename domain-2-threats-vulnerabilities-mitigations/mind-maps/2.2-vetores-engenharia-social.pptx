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2  —  THREATS, VULNERABILITIES &amp; MITIGATIONS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Vetores de Ameaça 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Engenharia Social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Vectors &amp; Social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97180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090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· Vishing · Smishing · Impersonation · Typosquatting · Watering Hole · Desinformação · Cadeia de Suprimentos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de Ataque — Mensagens e Arquivos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usados para entregar malware ou roubar credenciais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33832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36576" cy="3383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618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SMS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" y="155448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00200"/>
            <a:ext cx="248716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maliciosos e técnicas de phishing para instalar malware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Faturas falsas, golpes de criptomoeda e engenharia social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SMS falso do USPS pedindo confirmação de endereço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33832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88720"/>
            <a:ext cx="36576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2618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SVG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64992" y="155448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600200"/>
            <a:ext cx="248716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imagem podem conter HTML ou JavaScript malicioso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roda automaticamente no navegador ao abrir a imagem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difícil de detectar — parece um arquivo inofensivo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743200" cy="33832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188720"/>
            <a:ext cx="36576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2618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 DOCUMENTOS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45352" y="155448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600200"/>
            <a:ext cx="248716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escondido em PDFs, ZIPs, RARs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do Microsoft Office — executam código ao abrir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Executáveis disfarçados de documentos legítimos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Físicos, de Rede e Credenciais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2743200" cy="16459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96112"/>
            <a:ext cx="36576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" y="121615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61872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por voz — atacante liga fingindo ser banco, Microsoft ou governo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extrair CPF, senha, dados de cartão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de identificador de chamadas para parecer legítimo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896112"/>
            <a:ext cx="2743200" cy="16459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96112"/>
            <a:ext cx="36576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96012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 MALICIOSO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121615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261872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físicos descartados em estacionamentos com malware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infectar redes air-gapped (sem acesso à internet)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curiosidade humana para execução automática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896112"/>
            <a:ext cx="2743200" cy="16459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896112"/>
            <a:ext cx="36576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96012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COMO TECLADO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45352" y="1216152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261872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USB modificado que simula um teclado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comandos automaticamente ao ser conectado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requer interação do usuário — difícil de bloquear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274320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97480"/>
            <a:ext cx="36576" cy="1874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76148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SOFTWARE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" y="301752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632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sem patch são alvos fáceis para exploits conhecidos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sem suporte = risco enorme e sem correção possível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697480"/>
            <a:ext cx="274320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697480"/>
            <a:ext cx="36576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76148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 INFRAESTRUTURA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64992" y="301752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0632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sem fio desatualizados — migrar para WPA3, desativar rogue APs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abertas desnecessárias (80/443) aumentam superfície de ataque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697480"/>
            <a:ext cx="274320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697480"/>
            <a:ext cx="36576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761488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E SUPPLY CHAIN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45352" y="3017520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30632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padrão (admin/admin) em roteadores domésticos e empresariais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comprometem fornecedores (MSP) para acessar empresa-alvo — caso Target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 suas Variantes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 que usa comunicação para fazer você revelar informações privadas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59436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identificar: verifique o remetente, passe o mouse sobre os links antes de clicar, desconfie de urgência e prazos artificiais.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160520" cy="12618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47088"/>
            <a:ext cx="36576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385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e-mail — mais comum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de remetente, typosquatting de domínios, páginas falsas idênticas ao original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160520" cy="12618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847088"/>
            <a:ext cx="36576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3852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2167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por ligação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4144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 identificador de chamada, finge ser banco ou suporte técnico para obter dados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64408"/>
            <a:ext cx="4160520" cy="12618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264408"/>
            <a:ext cx="36576" cy="1261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5584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 — por mensagem de texto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SMS falso do USPS pedindo confirmação — link leva a página de coleta de credenciais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64408"/>
            <a:ext cx="4160520" cy="12618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264408"/>
            <a:ext cx="36576" cy="12618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5584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3584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direcionado a pessoa específica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858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informações pessoais da vítima para parecer legítimo — alta taxa de sucesso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e Pretexting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Fingir ser quem não é para ganhar confiança ou acesso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520440"/>
          </a:xfrm>
          <a:prstGeom prst="rect">
            <a:avLst/>
          </a:prstGeom>
          <a:solidFill>
            <a:srgbClr val="1F1F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16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Fingir ser outro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" y="182880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01952"/>
            <a:ext cx="38404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da própria empresa da vítima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de alto escalão (VP de Finanças)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banco, governo ou suporte técnico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elicitation — extrair dados sensíveis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de identidade: abrir cartões, contas bancárias, empréstimos e fraude fiscal em nome da vítima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60520" cy="1600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2161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73168" y="1481328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uma história elaborada para justificar o pedido de informações. O atacante cria um contexto falso mas crível.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4160520" cy="178308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9535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73168" y="32186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Sequestro de digitação — uso de domínio muito similar ao original.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36393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professormesser.com vs professormesser.com — diferença de 1 letra que a maioria não percebe.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690872"/>
            <a:ext cx="8503920" cy="137160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690872"/>
            <a:ext cx="8321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Prevenção: nunca forneça senhas ou dados pessoais por telefone. Desligue e ligue de volta para um número oficial público.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Hole Attack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ataque direto falha, o atacante envenena o caminho que a vítima vai percorrer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43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965960"/>
            <a:ext cx="18288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02996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quais sites de terceiros a organização visita regularmente (cafeteria, fornecedor, associação)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1170432"/>
            <a:ext cx="201168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43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965960"/>
            <a:ext cx="18288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02996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Infecta o servidor web do site de terceiros com código malicioso (JavaScript, exploit)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1170432"/>
            <a:ext cx="201168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243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2312" y="1965960"/>
            <a:ext cx="18288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02996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a vítima visitar o site envenenado — o ataque acontece automaticamente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48856" y="1170432"/>
            <a:ext cx="2011680" cy="18745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1243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58584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Infecção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58584" y="1965960"/>
            <a:ext cx="18288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202996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é entregue especificamente para IPs da organização alvo — outros visitantes veem o site normal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182112"/>
            <a:ext cx="4114800" cy="14813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2017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" y="35204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comprometeram sites da Autoridade de Supervisão Financeira da Polônia, Comissão Bancária do México e banco uruguaio. Código JavaScript malicioso entregue apenas a IPs de bancos específicos — todos os outros viram o site normal.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82112"/>
            <a:ext cx="4160520" cy="14813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— PROFUNDIDADE EM CAMADAS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35204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solução única — requer defesa em profundidade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+ Firewall + IPS trabalhando em conjunto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IPS detecta conteúdo malicioso que o firewall deixou passar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Desinformação e Brand Impersonation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4114800" cy="37673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DESINFORMAÇÃO / MISINFORMATION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factualmente incorreta projetada para dividir ou confundir grupos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" y="164592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19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disseminação: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96596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Atacante cria múltiplas contas falsas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Posta conteúdo falso em redes sociais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Amplifica com curtidas e compartilhamentos das contas falsas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Algoritmo detecta popularidade e espalha para usuários reais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Mídia tradicional cobre o tema — amplificação máxima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Frequentemente associado a campanhas de Estado-Nação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160520" cy="37673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IMPERSONATION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73168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sites falsos usando nomes de marcas conhecidas (Coca-Cola, McDonald's)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3168" y="1645920"/>
            <a:ext cx="384048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719072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sites falsos indexados pelo Google para cada marca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pesquisa a marca e é redirecionado para site falso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falso oferece download de software 'especial'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contém malware — exibe anúncios, rastreia navegação ou exfiltra dados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do typosquatting: aqui o ataque usa SEO para aparecer nos resultados de busca, não um erro de digitação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50976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= e-mail  ·  Vishing = voz  ·  Smishing = SMS — decorar as variantes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50976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— domínio com erro de digitação para enganar a vítima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55648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6459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 — inventar uma história elaborada para justificar o pedido de dados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55648"/>
            <a:ext cx="2743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6459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Hole — comprometer site de terceiros que a vítima visita, não atacar direto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60320"/>
            <a:ext cx="274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4505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— fingir ser Help Desk, executivo ou governo para obter dados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60320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4505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Malicioso — infecta redes air-gapped (sem internet) via dispositivo físico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5526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64992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2552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como Teclado — simula teclado e digita comandos sem interação do usuário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55264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64992"/>
            <a:ext cx="27432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2552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comprometer fornecedor (MSP) para acessar empresa-alvo (caso Target)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059936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69664"/>
            <a:ext cx="2743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405993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Desinformação associada a Estado-Nação — campanhas de influência em redes sociais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059936"/>
            <a:ext cx="4251960" cy="65836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169664"/>
            <a:ext cx="2743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05993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contra Watering Hole = defesa em profundidade — AV + Firewall + IPS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Vetores de Ameaça e Engenharia Social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2.2 Vetores de Ameaça e Engenharia Social</dc:title>
  <dc:subject>PptxGenJS Presentation</dc:subject>
  <dc:creator>PptxGenJS</dc:creator>
  <cp:lastModifiedBy>PptxGenJS</cp:lastModifiedBy>
  <cp:revision>1</cp:revision>
  <dcterms:created xsi:type="dcterms:W3CDTF">2026-03-18T23:03:45Z</dcterms:created>
  <dcterms:modified xsi:type="dcterms:W3CDTF">2026-03-18T23:03:45Z</dcterms:modified>
</cp:coreProperties>
</file>