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2  —  THREATS, VULNERABILITIES &amp; MITIGATIONS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Malware, Ataques e IOCs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· Network Attacks · Application Attacks · Cryptographic Attacks · IOCs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5420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· Worms · WannaCry · Ransomware · Spyware · Rootkit · Logic Bomb · DoS/DDoS · DNS Poisoning · On-Path · ARP Poisoning · Replay · Pass the Hash · CSRF · SSL Stripping · Password Attacks · IOCs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Malware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OVERVIEW  ·  TIPOS  ·  VETORES DE INFECÇÃO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= qualquer software que realiza ações prejudiciais ao sistema. Malwares frequentemente trabalham em conjunto — um worm instala backdoor que instala mais ferramentas.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10512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64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2082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intervenção humana (clique em link/executável) para se propagar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719072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810512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64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02082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Autorreplicante — propaga SEM intervenção do usuário, na velocidade da rede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60320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14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7063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 dados e exige pagamento em criptomoeda pela chave de descriptografia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468880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560320"/>
            <a:ext cx="27432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14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 Horse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77063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legítimo mas instala malware em segundo plano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10128"/>
            <a:ext cx="2743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64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hábitos, instala keylogger, comete fraude de afiliados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218688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310128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64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5204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Esconde-se no kernel — difícil de detectar por antivírus tradicional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968496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59936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14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Bomb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2702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evento específico (data/hora/login) para ser ativado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3968496"/>
            <a:ext cx="4114800" cy="6217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4059936"/>
            <a:ext cx="27432" cy="43891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14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Bloatware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42702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Pré-instalado pelo fabricante — pode ter vulnerabilidades desconhecidas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e Worms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VÍRUS  ·  FILELESS VIRUS  ·  WORMS  ·  WANNACRY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VÍRUS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de Programa — requer clique em link ou executável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de Boot — executa automaticamente ao iniciar o sistema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de Script — rodado pelo navegador, SO ou aplicativos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de Macro — explora macros do Microsoft Office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Virus (Sem Arquivo):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grava código em disco — tudo ocorre na 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antivírus que monitoram gravações em disco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PowerShell para baixar e executar scripts na memória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via chave de inicialização automática no Registro do Windows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E WANNACRY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= autorreplicante SEM intervenção do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Propaga-se na velocidade da rede — infecção extremamente rápida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Firewall de rede + IPS com assinaturas atualizadas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 — caso real crítico: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+ Ransomware combinados — devastador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Explorava vulnerabilidade SMBv1 via exploit EternalBlue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backdoor → baixa ransomware → criptografa todos os arquivos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Propagava-se automaticamente para todos os sistemas vulneráveis na rede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Keylogger, Logic Bomb e Rootkit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KEYLOGGER  ·  LOGIC BOMB  ·  ROOTKIT  ·  UEFI SECURE BOOT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tudo que você digita — senhas, usuários, cartões de crédito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captura: área de transferência, screenshots, mensagens instantâneas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tudo coletado para servidor do atacante em tempo real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BOMB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evento específico para ser ativado: data, hora ou ação do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dormente — difícil de detectar antes da ativação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Coreia do Sul (20/03/2013): apagou dados e MBR de bancos e emissoras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Esconde-se profundamente no kernel do 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com privilégios máximos (root/SYSTEM)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o próprio SO para se esconder — antivírus tradicional não detecta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UEFI Secure Boot verifica assinatura do kernel antes do boot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Físicos e DoS / DDoS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ATTACKS  ·  RFID CLONING  ·  DoS  ·  DDoS  ·  DNS AMPLIFICATION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FÍSICOS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físico = controle total — contorna qualquer controle digital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Física — forçar portas/janelas do data center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Clonagem de RFID: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Clonadores RFID disponíveis por menos de $50 na Amazon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Aproximar leitor do crachá alvo — cópia em segundos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protege: crachá clonado não tem PIN nem biometria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Ambientais ao Data Center: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energia de fora do prédio → DoS físico imediato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 HVAC → superaquecimento → shutdown automático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DoS, DDoS E AMPLIFICAÇÃO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sobrecarga de serviço ou exploração de vulnerabilidade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— múltiplos dispositivos do mundo todo atacando simultaneamente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Zeus: 3,6 milhões de computadores — 1 comando para atacar qualquer alvo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Assimétrica: poucos recursos derrubam grandes organizações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Amplificação de DNS: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query → resposta 86x maior enviada ao IP da vítima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Open DNS Resolvers com IP de origem falsificado (spoofed)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NTP, ICMP e outros protocolos também permitem amplificação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 DNS, Rede e On-Path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 ·  URL HIJACKING  ·  WIRELESS  ·  ON-PATH  ·  ARP POISONING  ·  REPLAY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432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5146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servidor DNS → redirecionar usuários para IP malicioso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arquivo hosts local no cliente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banco brasileiro (2016): 36 domínios alterados por 6h — 5M clientes, $27B em 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Hijacking/Typosquatting: domínio com erro de digitação registrado pelo atacante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432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E ON-PATH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5146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Deauth WiFi: quadros 802.11 sem criptografia (versões antigas) → forja quadros → desconecta dispositivos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802.11ac+ criptografa quadros de gerenciamento — muito mais difícil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Jamming: sinal interferente bloqueia comunicação sem fio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On-Path (MitM): lê e modifica tráfego em tempo real — invisível para as vítimas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POISONING E REPLAY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Poisoning: resposta ARP falsa → todo o tráfego passa pelo atacante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Man-in-Browser: trojan age como proxy dentro do navegador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Replay: captura hash ou session ID e reenvia ao servidor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Hash: usa hash capturado para autenticar sem precisar da senha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Hijacking: rouba session ID do cookie para assumir sessão ativa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 Aplicações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 ·  CSRF  ·  DIRECTORY TRAVERSAL  ·  MALICIOUS CODE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ESCALAÇÃO E CÓDIGO MALICIOSO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usuário comum → privilégios de administrador/SYSTEM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usuário A obtém acesso do usuário 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2023-29336: Win32k → nível SYSTEM no Windows (máximo possível)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patches, DEP (Data Execution Prevention), ASLR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 de código malicioso: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WannaCry: SMBv1 → execução arbitrária de código → ransomware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Airways: XSS (22 linhas JS) → 380.000 cartões de crédito roubados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Estônia (saúde): SQLi → todos os dados de saúde do país violados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E DIRECTORY TRAVERSAL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XSRF / 'Sea-surf':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confiança que site tem no navegador autenticado da vítima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Vítima logada no banco clica em link malicioso → transferência não autorizada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token criptográfico anti-falsificação por transação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mal configurado permite navegar fora do diretório web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no URL = indicador clássico de tentativa de traversal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/show.asp?file=../../../../windows/system.ini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configurar servidor corretamente + validar paths nas aplicações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Criptográficos e de Senha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ATTACK  ·  DOWNGRADE  ·  SSL STRIPPING  ·  SPRAYING  ·  BRUTE FORCE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CRIPTOGRÁFICOS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Attack = Colisão de Hash: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textos simples diferentes geram o mesmo hash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MD5: colisões encontradas em 1996 — NÃO USAR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2008: certificado falso de CA criado via colisão MD5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usar hashes maiores — SHA-256 ou superior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Attack / SSL Stripping: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on-path força uso de HTTP em vez de HTTPS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Vítima envia credenciais em texto claro sem perceber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mantém HTTPS com servidor — captura tudo no meio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 SENHA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armazenar senhas em texto claro (plain text)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armazenar como hash — operação irreversível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Spraying: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senhas mais comuns (123456, password) em muitas contas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tentativas por conta → passa para próxima — sem bloqueio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Online: limitado por bloqueio de conta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Offline: baixa arquivo de hashes e testa sem limitação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Hash: captura hash e autentica sem precisar da senha original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MFA, HTTPS/VPN, salt nas senhas, bloqueio de conta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Comprometimento (IOCs)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OF COMPROMISE  ·  O QUE PROCURAR QUANDO ALGO ESTÁ ERRADO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= evidências de que alguém violou ou obteve acesso aos seus sistemas. Como analista SOC, reconhecer IOCs é uma habilidade essencial — e tema frequente na prova.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46504"/>
            <a:ext cx="2743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de Rede Incomum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inesperado — especialmente de madrugada — indica exfiltração de dados para C2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746504"/>
            <a:ext cx="2743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007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Arquivo Alterado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956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diferente da baseline = arquivo modificado (FIM detecta isso — Lab 05)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3230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32888"/>
            <a:ext cx="2743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Conta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tentativas de login falhas. Também: conta desativada pelo próprio atacante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532888"/>
            <a:ext cx="2743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 Impossível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7432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 Omaha e logo depois na Austrália — fisicamente impossível = credenciais comprometidas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19272"/>
            <a:ext cx="2743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735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Indisponível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5295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inacessível sem motivo — pode ter sido derrubado por DoS ou exploração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319272"/>
            <a:ext cx="27432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735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de 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5295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fora da janela de manutenção. Logs apagados — atacantes removem rastros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00507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105656"/>
            <a:ext cx="27432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599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DNS Modificado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DNS alteradas — indica DNS Poisoning ou exfiltração via túnel DNS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00507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105656"/>
            <a:ext cx="2743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0599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Exfiltração de Dados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privados publicados na internet — sinal claro de que foram roubados anteriormente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= requer ação humana  ·  Worm = propaga SEM intervenção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Virus — roda apenas na RAM, nunca grava em disco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no kernel — detectado pelo UEFI Secure Boot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Bomb — dormente até evento específico — difícil de detectar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+ Amplificação DNS: pequena query → resposta 86x maior na vítima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Stripping = on-path + downgrade: HTTPS vira HTTP sem a vítima perceber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Hash: autentica com hash capturado sem precisar da senha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Spraying: 2-3 tentativas por conta — evita bloqueio de conta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Sea-surf: usa sessão ativa da vítima para fazer requisições em nome dela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no URL = indicador de Directory Traversal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Viagem Impossível: logins em países distantes em minutos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tem colisões conhecidas desde 1996 — usar SHA-256 ou superior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Malware, Ataques e IOCs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2.4 Malware, Ataques e IOCs</dc:title>
  <dc:subject>PptxGenJS Presentation</dc:subject>
  <dc:creator>PptxGenJS</dc:creator>
  <cp:lastModifiedBy>PptxGenJS</cp:lastModifiedBy>
  <cp:revision>1</cp:revision>
  <dcterms:created xsi:type="dcterms:W3CDTF">2026-03-18T23:46:43Z</dcterms:created>
  <dcterms:modified xsi:type="dcterms:W3CDTF">2026-03-18T23:46:43Z</dcterms:modified>
</cp:coreProperties>
</file>