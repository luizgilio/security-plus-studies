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2  —  THREATS, VULNERABILITIES &amp; MITIGATIONS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Vulnerabilidades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19933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System Vulnerabilities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487168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6060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Injection · Buffer Overflow · Race Condition · SQL Injection · XSS · Zero-Day · Supply Chain · Cloud · Hardware · Mobile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Memória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INJECTION  ·  BUFFER OVERFLOW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INJECTION — DLL INJECTION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388620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software roda na memória — o malware precisa entrar na memória para operar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pode rodar como processo próprio OU se injetar em processo existente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da injeção: herda os mesmos direitos e permissões do processo alvo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de privilégios automática sem precisar de credenciais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DLL Injection — mais comum: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DLL maliciosa no disco do sistema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 referência à DLL maliciosa dentro do processo alvo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carrega a DLL maliciosa automaticamente durante execução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81912"/>
            <a:ext cx="393192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 grava MAIS dados do que o esperado em uma área de memória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excesso transborda para área adjacente da memória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clássico — escalada de privilégio: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A (8 bytes) + Variável B (controla permissões)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 grava 9 bytes na variável A — o 9º byte transborda para a variável 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o valor de B de 1.979 para 2.856 — acima do limiar de admin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privilégios de administrador sem credenciais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checking (verificação de limites) — defesa principal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Vulnerabilidades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e Atualizações Maliciosas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 ·  MALICIOUS UPDATES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— TOCTOU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388620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eventos ocorrem quase simultaneamente e o app não lida com isso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TOCTOU = Time of Check to Time of Use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verificado em um momento, mas usado em outro — pode ter mudado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bancário: saques simultâneos de duas contas — saldo inconsistente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Mars Rover Spirit (2004): loop de reinicialização por erro de filesystem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Tesla Model 3 Pwn2Own 2023: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TOCTOU via Bluetooth no sistema de infoentretenimento → privilégios root → prêmio $100.000 + Tesla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UPDATES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81912"/>
            <a:ext cx="393192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instalam código novo — um atacante pode comprometer esse processo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ao atualizar: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ter backup antes de atualizar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a fonte é confiável e conhecida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direto do site do fabricante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assinatura digital do instalador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SolarWinds Orion (2020):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Atacantes comprometeram o ambiente de desenvolvimento da SolarWinds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malicioso inserido nas atualizações normais, assinadas digitalmente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18.000 clientes afetados — agências governamentais dos EUA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Vulnerabilidades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de Código — SQL Injection e XSS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 ·  CROSS-SITE SCRIPTING (XSS)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(SQLi)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388620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 insere código SQL nos campos de entrada da aplicação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repassa o código diretamente ao banco de dados sem validar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clássico: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SELECT * FROM users WHERE name = 'Professor'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injeção: SELECT * FROM users WHERE name = 'Professor' OR 1=1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1=1 sempre é verdadeiro → retorna TODOS os registros do banco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visualizar, alterar, deletar dados ou derrubar o banco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validação de entrada (input validation) e prepared statements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 (XSS)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81912"/>
            <a:ext cx="393192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de JavaScript malicioso em campos de entrada de sites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 a confiança que o navegador tem nos sites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Refletido (não persistente):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malicioso enviado por e-mail → script executa no navegador da vítima → envia cookies/sessão ao atacante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Persistente (armazenado):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postado em rede social → executa em TODOS que visitam a página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Subaru (2017): XSS + token sem expiração → acesso permanente a qualquer veículo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não clicar em links suspeitos, atualizar navegador, validar inputs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Vulnerabilidades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SO e Hardware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 ·  HARDWARE  ·  IoT  ·  EOL / EOSL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SISTEMA OPERACIONAL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388620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são alvos atrativos — Windows 11 tem dezenas de milhões de linhas de código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Tuesday — Microsoft libera patches na 2ª terça de cada mês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Maio/2023: quase 50 correções — elevação de privilégio, RCE, bypass de segurança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patches o mais rápido possível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antes de implantar em produção (sandbox)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Reiniciar o sistema após patches de kernel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backup antes de qualquer atualização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IoT, EOL E EOSL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81912"/>
            <a:ext cx="393192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= SO interno do hardware — raramente acessível ao usuário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Fabricantes de hardware têm foco menor em segurança de TI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Trane ComfortLink II: vulnerabilidade notificada em abril/2014 — patch só em abril/2015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 (End of Life): fabricante para de VENDER — patches ainda disponíveis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EOSL (End of Service Life): fabricante para de fornecer PATCHES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legados críticos: mitigar com firewall adicional + assinaturas IPS específicas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 cada dispositivo conectado é uma superfície de ataque adicional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Vulnerabilidades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Virtualização e Cloud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 ·  VM ESCAPE  ·  CLOUD VULNERABILITIES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VIRTUALIZAÇÃO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388620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exigem as mesmas práticas de segurança que máquinas físicas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Escape — mais crítica: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ao atacante sair de uma VM e acessar outras no mesmo hipervisor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Pwn2Own 2017 — VM Escape em 3 etapas: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Bug no JavaScript do Microsoft Edge → acessa sandbox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Vulnerabilidade no kernel do Windows 10 → assume o SO convidado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Bug de simulação de hardware VMware → pula para outra VM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Reutilização de recursos: bug no hipervisor pode expor memória de uma VM para outra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CLOUD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81912"/>
            <a:ext cx="393192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das organizações sem MFA no console de cloud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do código em cloud sem patches aplicados — CVSS ≥ 7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públicas = qualquer pessoa no mundo pode tentar acessar ou derrubar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Traversal: navegar manualmente pela estrutura do servidor web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Out-of-bounds Write: escrever em área de memória não autorizada → RCE ou crash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reais: log4j e Spring Cloud Function — fáceis de explorar, impacto total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Aberto: Verizon (2017) — 14 milhões de registros expostos em bucket S3 público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MFA, patches, validação de input, auditoria de configurações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Vulnerabilidades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e Configurações Incorretas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 ·  MISCONFIGURATIONS  ·  DEFAULT CREDENTIALS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VULNERABILITIES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388620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 compromete fornecedor terceiro para acessar empresa-alvo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Target (2013):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 de HVAC infectado via e-mail malicioso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HVAC na mesma rede dos caixas registradores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milhões de cartões de crédito roubados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SolarWinds (2020):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malicioso inserido no processo de build, assinado digitalmente e distribuído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18.000 clientes afetados — agências do governo dos EUA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falsificado: Cisco falso apreendido pelo DHS em 2022 — fazia fogo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MISCONFIGURATIONS E CREDENCIAIS PADRÃO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81912"/>
            <a:ext cx="393192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aberto sem senha — erro mais comum em cloud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root/admin com senha padrão (123456, admin)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prática: desabilitar login direto como root, usar sudo/runas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sem criptografia: Telnet, FTP, SMTP, IMAP — enviam em texto plano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captura senhas e cookies em redes sem HTTPS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of Sheep na DEF CON — senhas capturadas ao vivo na conferência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com credenciais padrão: botnet Mirai assumiu câmeras e roteadores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abertas desnecessárias — auditar periodicamente regras de firewall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Vulnerabilidades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 Zero-Day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VULNERABILITIES  ·  ZERO-DAY  ·  CVE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MOBILE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388620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pequenos, invisíveis, em constante movimento — difíceis de gerenciar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Jailbreaking (iOS) / Rooting (Android):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o SO original por um de terceiros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Contorna TODA a segurança do MDM (Mobile Device Management)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Sideloading: instalar apps fora das lojas oficiais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maliciosos podem expor TODOS os dados do dispositivo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 (Acceptable Use Policy): proibir jailbreak/root nas políticas da organização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Violação = pode ser motivo de demissão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VULNERABILITIES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81912"/>
            <a:ext cx="3931920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 descoberta por atacante antes do fabricante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patch disponível — fabricante não sabe que o problema existe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 explora livremente até o fabricante criar um patch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reais (2023):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Chrome: corrupção de memória + fuga de sandbox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código autoassinado rodando no boot UEFI / Secure Boot bypassado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iOS/iPadOS: 3 patches — fuga de sandbox, divulgação de dados, execução de código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CVE.mitre.org — acompanhe zero-days e vulnerabilidades conhecidas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Vulnerabilidades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DLL Injection — malware herda privilégios do processo alvo automaticamente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Overflow — transborda para área adjacente da memória, pode escalar privilégios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TOCTOU = Race Condition — valor muda entre verificação e uso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SQLi: OR 1=1 retorna todos os registros — identificador clássico de SQL Injection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Refletido = não persistente  ·  XSS Armazenado = persistente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Escape — sai de uma VM e acessa outras no mesmo hipervisor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 = para de vender (patches ainda existem)  ·  EOSL = para de dar patches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= vulnerabilidade sem patch disponível — fabricante não sabe que existe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 = supply chain de software  ·  Target = supply chain de fornecedor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Jailbreak/Root contorna TODA a segurança do MDM — violação de AUP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Mirai botnet = credenciais padrão de IoT usadas para construir botnets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Tuesday = 2ª terça de cada mês — Microsoft lança patches de segurança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Vulnerabilidades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2.3 Vulnerabilidades</dc:title>
  <dc:subject>PptxGenJS Presentation</dc:subject>
  <dc:creator>PptxGenJS</dc:creator>
  <cp:lastModifiedBy>PptxGenJS</cp:lastModifiedBy>
  <cp:revision>1</cp:revision>
  <dcterms:created xsi:type="dcterms:W3CDTF">2026-03-18T23:32:30Z</dcterms:created>
  <dcterms:modified xsi:type="dcterms:W3CDTF">2026-03-18T23:32:30Z</dcterms:modified>
</cp:coreProperties>
</file>