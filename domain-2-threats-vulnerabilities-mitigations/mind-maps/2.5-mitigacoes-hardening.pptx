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11480"/>
            <a:ext cx="201168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2  —  THREATS, VULNERABILITIES &amp; MITIGATIONS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Mitigações e Hardening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Techniques &amp; System Hardening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4231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54203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de Rede · ACLs · Allow/Deny Lists · Patching · Criptografia · Least Privilege · SIEM · Posture Assessment · EDR · HIPS · Host Firewall · Port Management · Hardening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·  Security+ SY0-701  ·  github.com/LuizGilio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de Rede e ACLs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  ·  VLANs  ·  ACLs  ·  ALLOW/DENY LISTS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DE REDE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 rede em partes menores — limita o escopo de um incidente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Física: separação física de dispositivos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Lógica: VLANs em switches de rede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Virtual: muito comum em arquiteturas de nuvem e VMs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Motivos estratégicos: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→ Servidor de Aplicação → Banco de Dados (nunca acesso direto ao BD)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PCI: dados de cartão de crédito separados do restante da rede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Desempenho: sub-redes dedicadas para aplicações de alta largura de banda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ACLs E LISTAS DE APLICAÇÕES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(Access Control List) — permite ou nega tráfego baseado em: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de origem e destino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porta (ex: apenas TCP 80, 443, 8088)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do dia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ou grupo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List (Lista de Permissão):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roda a menos que seja aprovado explicitamente — mais restritivo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List (Lista de Negação):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roda exceto o que está bloqueado — como funciona o antivírus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hash da app, assinatura digital, local do arquivo, zona de rede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Mitigações e Hardening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Mitigação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 ·  CRIPTOGRAFIA  ·  MONITORAMENTO  ·  LEAST PRIVILEGE  ·  POSTURE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27432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43584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E CRIPTOGRAFIA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25146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Patching = principal forma de mitigação — fecha vulnerabilidades conhecidas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de emergência quando atacantes exploram ativamente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EFS (Encrypting File System) — criptografia de arquivo/pasta no Windows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(Full Disk Encryption): BitLocker (Windows) · FileVault (macOS)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de rede: VPN + HTTPS (TLS)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7432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70432"/>
            <a:ext cx="36576" cy="3493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243584"/>
            <a:ext cx="25420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E SIEM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1499616"/>
            <a:ext cx="25146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554480"/>
            <a:ext cx="2514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 — registra tudo que ocorre na rede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distribuídos por switches, roteadores, firewalls, IPS, SO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(Security Information and Event Manager):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todos os logs em fonte central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relatórios e alertas automatizados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detecção de IOCs e resposta a incidentes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170432"/>
            <a:ext cx="265176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170432"/>
            <a:ext cx="36576" cy="3493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243584"/>
            <a:ext cx="2450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E POSTURE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309360" y="1499616"/>
            <a:ext cx="24231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554480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Privilege: usuário tem apenas os direitos necessários para sua função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usuário deve rodar com permissões administrativas permanentes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Elevar temporariamente → reduzir após terminar a tarefa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Assessment no login: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SO atualizado, patches, antivírus, EDR, firewall, certificado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→ quarentena em VLAN privada até conformidade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Mitigações e Hardening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e Proteção de Endpoints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 ·  HIPS  ·  HOST-BASED FIREWALL  ·  ENDPOINT HARDENING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— ENDPOINT DETECTION AND RESPONSE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1 milhão de variantes de malware criadas por dia — antivírus tradicional não escala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 vai além das assinaturas: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comportamental — detecta malware sem assinatura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para identificação rápida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processos em tempo real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automatizadas: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causa raiz — entende o que o processo malicioso faz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 o sistema, coloca ameaça em quarentena, reverte para config anterior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via API — autônomo, sem esperar ticket de help desk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FIREWALL E HIPS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Host-based Firewall: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no SO — vê dados antes e depois da criptografia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completa de todos os processos e fluxos de rede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 processos desconhecidos até aprovação administrativa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Gerenciável centralmente via console de gerenciamento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HIPS (Host-based Intrusion Prevention System):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ao EDR ou antimalware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buffer overflow, mudanças no registro, arquivos do SO modificados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assinaturas + heurística + análise comportamental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— ferramenta para varredura de portas abertas no sistema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Mitigações e Hardening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de Sistemas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HARDENING  ·  SENHAS  ·  PORTAS  ·  APLICAÇÕES  ·  DECOMMISSIONING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8503920" cy="420624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6576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= processo de reduzir a superfície de ataque de sistemas e dispositivos. Cada configuração desnecessária, porta aberta ou aplicativo não usado é uma oportunidade para o atacante.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4251960" cy="89611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773936"/>
            <a:ext cx="27432" cy="6766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3736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Atualizações e Contas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99339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de segurança sempre aplicados. Política de senhas: mínimo 8 caracteres, maiúscula + minúscula + número + especial. Least privilege em todas as contas.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664208"/>
            <a:ext cx="4251960" cy="89611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773936"/>
            <a:ext cx="27432" cy="6766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73736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Padrão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199339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IMEDIATAMENTE as credenciais padrão de roteadores, switches, firewalls e pontos de acesso. Atacantes conhecem todas as senhas padrão.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688336"/>
            <a:ext cx="4251960" cy="89611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798064"/>
            <a:ext cx="27432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6148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Portas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017520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o máximo de portas possível. Cada porta aberta é uma oportunidade de ataque. NGFW oferece granularidade por serviço, não só por porta. Auditar com Nmap.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2688336"/>
            <a:ext cx="4251960" cy="89611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798064"/>
            <a:ext cx="27432" cy="6766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76148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de Aplicações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3017520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Desinstalar todos os aplicativos que não estão em uso. Cada app é uma superfície de ataque potencial. Menos apps = menos patches necessários = mais seguro.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712464"/>
            <a:ext cx="4251960" cy="89611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822192"/>
            <a:ext cx="27432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8561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04164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EFS para arquivos/pastas individuais. BitLocker/FileVault para disco completo (FDE). HTTPS/VPN para tráfego de rede. Todos os níveis cobertos.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712464"/>
            <a:ext cx="4251960" cy="89611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822192"/>
            <a:ext cx="27432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78561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92040" y="4041648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descontinuados podem ter dados sensíveis. Opções: mover SSD para outro sistema (formatar antes), ou destruir fisicamente a unidade se dados confidenciais.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Mitigações e Hardening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 para a Prova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= limita o escopo do incidente — PCI exige separação de dados de cartão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32688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List: NADA roda sem aprovação  ·  Deny List: tudo roda exceto bloqueados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27632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pode filtrar por IP, porta, hora do dia e usuário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627632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Privilege: usuário tem só o que precisa — limita escopo de ataque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322576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SIEM: consolida todos os logs em fonte central para análise e alertas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22576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Assessment: verifica SO, patches, AV, EDR, firewall — falha = quarentena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EFS = arquivo/pasta  ·  FDE = disco completo (BitLocker / FileVault)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17520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EDR: análise comportamental + ML + monitoramento de processos + ação autônoma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12464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HIPS detecta: buffer overflow, mudanças no registro, arquivos do SO alterados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12464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padrão: alterar imediatamente em roteadores, switches, APs e firewalls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407408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Nmap: ferramenta de varredura para identificar portas abertas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407408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Decommissioning: destruir fisicamente a unidade se dados confidenciais presentes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2  ·  Mitigações e Hardening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2.5 Mitigações e Hardening</dc:title>
  <dc:subject>PptxGenJS Presentation</dc:subject>
  <dc:creator>PptxGenJS</dc:creator>
  <cp:lastModifiedBy>PptxGenJS</cp:lastModifiedBy>
  <cp:revision>1</cp:revision>
  <dcterms:created xsi:type="dcterms:W3CDTF">2026-03-18T23:52:31Z</dcterms:created>
  <dcterms:modified xsi:type="dcterms:W3CDTF">2026-03-18T23:52:31Z</dcterms:modified>
</cp:coreProperties>
</file>