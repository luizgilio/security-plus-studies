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2  —  THREATS, VULNERABILITIES &amp; MITIGATIONS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Atores de Ameaça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718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Estado-Nação  ·  APT  ·  Script Kiddies  ·  Hacktivistas  ·  Ameaça Interna  ·  Crime Organizado  ·  Shadow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Ator de Ameaça?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36576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causadora de um evento que afeta negativamente a segurança de terceiros. Identificar o ator ajuda a entender o porquê e o objetivo do ataque.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CARACTERÍSTICAS QUE DEFINEM UM ATOR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011680" cy="26974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" y="2606040"/>
            <a:ext cx="1792224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651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29443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ou Externo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40156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 internas são as mais difíceis de detectar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96312" y="2103120"/>
            <a:ext cx="2011680" cy="26974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06040" y="2606040"/>
            <a:ext cx="1792224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651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/ FINANCIAMENTO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06040" y="29443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até orçamentos estatais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40156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alcance e a persistência do ataque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72584" y="2103120"/>
            <a:ext cx="2011680" cy="26974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82312" y="2606040"/>
            <a:ext cx="1792224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651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82312" y="29443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 até APTs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40156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execução de scripts prontos ao desenvolvimento de exploits avançados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48856" y="2103120"/>
            <a:ext cx="2011680" cy="26974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58584" y="2606040"/>
            <a:ext cx="1792224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8584" y="2651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58584" y="29443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lucro, ideologia, sabotagem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58584" y="340156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motivação ajuda a prever o alvo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Estado-Nação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ator mais sofisticado e com mais recursos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06040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82312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48856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958584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Espionagem / Sabotagem / Segurança Nacional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4114800" cy="2606040"/>
          </a:xfrm>
          <a:prstGeom prst="rect">
            <a:avLst/>
          </a:prstGeom>
          <a:solidFill>
            <a:srgbClr val="1F1F1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96596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— Advanced Persistent Threat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Persistente Avançada — ficam meses ou anos dentro do sistema sem ser detectados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coleta de inteligência de longo prazo, não destruição imediata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Desenvolvem ferramentas próprias — não usam scripts genéricos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associação com Estado-Nação na prova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965960"/>
            <a:ext cx="4160520" cy="2606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STUXNET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73168" y="2304288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3774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pelos EUA e Israel para sabotar o programa nuclear do Irã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Atacou especificamente controladores industriais (SCADA/PLCs)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Destruiu centrífugas de enriquecimento de urânio fisicamente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malware conhecido a causar danos físicos ao mundo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clássico de APT de Estado-Nação — cai na prova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  e  Hacktivistas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4114800" cy="36576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9768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Não Habilitados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6002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350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9768" y="2578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— geralmente gratuitos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0083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32369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— executam scripts prontos sem entender como funcionam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6667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3895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Diversão, interrupção, exfiltração simples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" y="43434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automatizadas amplificam o impacto mesmo com baixa sofisticação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932688"/>
            <a:ext cx="4160520" cy="36576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73168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Motivados por Causa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16002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350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2578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— de baixo a alto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30083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3168" y="32369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muito sofisticados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6667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3895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políticas ou filosóficas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 preferidos: DoS/DDoS  ·  Defacement de sites  ·  Vazamento de documentos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Interna  e  Crime Organizado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4114800" cy="3657600"/>
          </a:xfrm>
          <a:prstGeom prst="rect">
            <a:avLst/>
          </a:prstGeom>
          <a:solidFill>
            <a:srgbClr val="1F1F1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INTERNA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9768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mais difícil de detectar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6002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9768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— funcionários ou contratados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9768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 — acesso legítimo ao sistema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— mas conhecem os pontos cegos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474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Vingança ou ganho financeiro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" y="4133088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187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sabe onde os dados estão e como contornar os controles de segurança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932688"/>
            <a:ext cx="4160520" cy="36576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ORGANIZADO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73168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como uma Empresa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16002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Significativos — estrutura corporativa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3168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especialistas por função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474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financeiro — principal objetivo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4133088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187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hackers · gerentes de exploits · vendedores · suporte a ransomware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que vem de dentro — sem intenção maliciosa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06040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72584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82312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48856" y="1143000"/>
            <a:ext cx="2011680" cy="6858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1188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958584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Conveniência — sem intenção maliciosa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8503920" cy="10058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965960"/>
            <a:ext cx="36576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ou grupos internos que contornam as políticas de TI oficiais — usando ferramentas próprias ou serviços de nuvem não autorizados. Geralmente sem intenção maliciosa, mas criando grandes riscos por falta de controles corporativos.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GERADOS PELO SHADOW 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697480" cy="1188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não corporativos não têm os controles de segurança exigidos pela TI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456432"/>
            <a:ext cx="2697480" cy="1188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fora do perímetro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sensíveis armazenadas em serviços não auditados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3456432"/>
            <a:ext cx="2697480" cy="1188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zero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 TI não sabe que os sistemas existem — não pode monitorar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Comparativa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292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A PROVA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210312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22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18872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822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03320" y="822960"/>
            <a:ext cx="141732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8229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66360" y="822960"/>
            <a:ext cx="141732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8229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SOFISTICAÇÃO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29400" y="822960"/>
            <a:ext cx="256032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188720"/>
            <a:ext cx="21031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8872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Estado-Nação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188720"/>
            <a:ext cx="11887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188720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1188720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18872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66360" y="1188720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18872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29400" y="1188720"/>
            <a:ext cx="2560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18872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Espionagem / Sabotagem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1225296"/>
            <a:ext cx="36576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773936"/>
            <a:ext cx="21031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77393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68880" y="1773936"/>
            <a:ext cx="11887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1773936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1773936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177393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66360" y="1773936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177393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29400" y="1773936"/>
            <a:ext cx="2560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77393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Diversão / Interrupção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1810512"/>
            <a:ext cx="36576" cy="43891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359152"/>
            <a:ext cx="21031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35915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68880" y="2359152"/>
            <a:ext cx="11887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2359152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03320" y="2359152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235915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66360" y="2359152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235915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29400" y="2359152"/>
            <a:ext cx="2560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359152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/ Ideologia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2395728"/>
            <a:ext cx="3657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2944368"/>
            <a:ext cx="21031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294436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Interna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468880" y="2944368"/>
            <a:ext cx="11887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0" y="2944368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703320" y="2944368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294436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66360" y="2944368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294436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629400" y="2944368"/>
            <a:ext cx="2560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0840" y="2944368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Vingança / Lucro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2980944"/>
            <a:ext cx="36576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3529584"/>
            <a:ext cx="21031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52958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Organizado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468880" y="3529584"/>
            <a:ext cx="11887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0" y="3529584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703320" y="3529584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94760" y="352958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166360" y="3529584"/>
            <a:ext cx="1417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57800" y="352958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29400" y="3529584"/>
            <a:ext cx="2560320" cy="51206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3529584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Financeiro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" y="3566160"/>
            <a:ext cx="3657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" y="4114800"/>
            <a:ext cx="21031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11480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468880" y="4114800"/>
            <a:ext cx="11887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0" y="4114800"/>
            <a:ext cx="1051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703320" y="4114800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94760" y="411480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166360" y="4114800"/>
            <a:ext cx="1417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57800" y="411480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629400" y="4114800"/>
            <a:ext cx="2560320" cy="512064"/>
          </a:xfrm>
          <a:prstGeom prst="rect">
            <a:avLst/>
          </a:prstGeom>
          <a:solidFill>
            <a:srgbClr val="191919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20840" y="411480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Conveniência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20040" y="4151376"/>
            <a:ext cx="36576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78408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686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(Advanced Persistent Threat) — associado a Estado-Nação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78408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686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Stuxnet — exemplo clássico de APT Estado-Nação (EUA + Israel × Irã)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67335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6733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Interna — mais difícil de detectar de todos os atores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7335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83080"/>
            <a:ext cx="2743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6733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— origem interna, sem má intenção, mas cria riscos sérios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87752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4780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Organizado — opera como empresa, tem suporte ao cliente de ransomware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7802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87752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4780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 — baixa sofisticação, mas ferramentas automatizadas amplificam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82696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92424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28269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Hacktivistas — motivação política/filosófica, foco em DoS e defacement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82696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92424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28269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Interna: Ameaça Interna + Shadow 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08736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97096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40873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Externa: Estado-Nação + Script Kiddies + Hacktivistas + Crime Organizado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08736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197096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0873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Estado-Nação = maiores recursos + maior sofisticação de todos os atores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Atores de Ameaça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2.1 Atores de Ameaça</dc:title>
  <dc:subject>PptxGenJS Presentation</dc:subject>
  <dc:creator>PptxGenJS</dc:creator>
  <cp:lastModifiedBy>PptxGenJS</cp:lastModifiedBy>
  <cp:revision>1</cp:revision>
  <dcterms:created xsi:type="dcterms:W3CDTF">2026-03-18T22:44:06Z</dcterms:created>
  <dcterms:modified xsi:type="dcterms:W3CDTF">2026-03-18T22:44:06Z</dcterms:modified>
</cp:coreProperties>
</file>