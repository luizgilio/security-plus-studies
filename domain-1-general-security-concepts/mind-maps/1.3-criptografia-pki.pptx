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6576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65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1 — General Security Concepts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PKI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Infrastructure | Hashing | Certificados Digitais | Criptografia Simétrica &amp; Assimétrica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3657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•  github.com/LuizGilio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Conteúdo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7724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05840"/>
            <a:ext cx="4023360" cy="77724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457200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da Criptografia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389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 vs Assimétrica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0" y="1005840"/>
            <a:ext cx="4023360" cy="77724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005840"/>
            <a:ext cx="4572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Chaves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389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Out-of-Band, In-Band, Session Keys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1965960"/>
            <a:ext cx="4023360" cy="77724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1965960"/>
            <a:ext cx="45720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9659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2350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SHA-256, MD5, Salt, Rainbow Tables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1965960"/>
            <a:ext cx="4023360" cy="77724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965960"/>
            <a:ext cx="4572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9659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Assinaturas Digitais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2350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Integridade, Autenticidade, Não-Repúdio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926080"/>
            <a:ext cx="4023360" cy="77724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2926080"/>
            <a:ext cx="457200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926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de Dados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8720" y="3310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Rest, In Transit, AES, DES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2926080"/>
            <a:ext cx="4023360" cy="77724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2926080"/>
            <a:ext cx="4572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926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 Criptografia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0" y="3310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TPM, HSM, KMS, Secure Enclave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3886200"/>
            <a:ext cx="4023360" cy="77724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3886200"/>
            <a:ext cx="45720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8862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8872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e Certificados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88720" y="4270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CSR, CRL, OCSP, X.509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37760" y="3886200"/>
            <a:ext cx="4023360" cy="77724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37760" y="3886200"/>
            <a:ext cx="4572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8862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48640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Ofuscação e Blockchain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0" y="4270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Esteganografia, Tokenização, Mascaramento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da Criptografia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 · Assimétrica · Comparativo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Simétrica vs Assimétrica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77724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68680"/>
            <a:ext cx="3749040" cy="393192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68680"/>
            <a:ext cx="374904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SIMÉTRICA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chave para criptografar e descriptografar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chamada: chave secreta / segredo compartilhado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Muito rápida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Baixo overhead computacional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Problema de escalabilidade na distribuição da chave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mala presa por algemas ao entregador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PROVA: algoritmo de chave secreta = simétrica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206240" cy="393192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🔐 ASSIMÉTRICA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chaves diferentes — matematicamente relacionadas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PRIVADA — acessível apenas ao dono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PÚBLICA — pode ser usada por qualquer pessoa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Chave PÚBLICA criptografa → PRIVADA descriptografa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Chave PRIVADA assina → PÚBLICA verifica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Mais lenta que simétrica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Resolve o problema de distribuição de chaves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Chaves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 · In-Band · Session Keys · Key Exchange Algorithm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Chaves  ⭐⭐⭐ MUITO COBRADO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77724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68680"/>
            <a:ext cx="2651760" cy="393192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68680"/>
            <a:ext cx="26517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OUT-OF-BAND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2377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física da chave fora da rede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Mensageiro, telefone, pessoalmente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Seguro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Não escalável para Internet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868680"/>
            <a:ext cx="2651760" cy="393192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868680"/>
            <a:ext cx="2651760" cy="365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IN-BAND (SESSION KEYS)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325880"/>
            <a:ext cx="2377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Assimétrica criptografa a chave simétrica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Session Keys — temporárias e efêmeras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Usadas uma vez e descartadas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→ cifra com chave pública servidor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→ decifra com chave privada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868680"/>
            <a:ext cx="2651760" cy="393192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868680"/>
            <a:ext cx="26517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EXCHANGE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1325880"/>
            <a:ext cx="2377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chave simétrica igual nos dois lados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enviar a chave pela rede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Bob: priv.Bob + pub.Alice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Alice: priv.Alice + pub.Bob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mesma chave simétrica 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Diffie-Hellman (DH), ECDH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· MD5 · Salt · Rainbow Tables · Key Stretching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 ⭐⭐⭐ MUITO COBRADO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77724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solidFill>
            <a:srgbClr val="1A0A0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Hashing NÃO é criptografia — é unidirecional e IRREVERSÍVEL. Não se pode obter o dado original a partir do hash!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749040" cy="137160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71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37490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830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SHA-256 — 256 bits / 64 chars hex — USAR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MD5 — OBSOLETO — vulnerável a colisões desde 1996 — NÃO USAR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3749040" cy="201168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834640"/>
            <a:ext cx="37490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34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Salt — Proteção de Senhas ⭐⭐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24612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dados aleatórios ao hash da senha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usuário recebe um salt diferente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senha → hashes DIFERENTES por usuário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Impede uso de Rainbow Tables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Stretching — hashing múltiplas vezes para dificultar força bruta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206240" cy="347472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371600"/>
            <a:ext cx="42062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3716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Usos Práticos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7830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integridade de arquivos baixados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baixar ISO Linux → comparar hash do site com hash local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seguro de senhas (nunca texto plano!)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assinaturas digitais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Colisão — quando 2 entradas diferentes geram o mesmo hash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ser EXTREMAMENTE raro em algoritmos seguros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Assinaturas Digitais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· Autenticidade · Não-Repúdio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Assinaturas Digitais  ⭐⭐⭐ MUITO COBRADO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7772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04672"/>
            <a:ext cx="7772400" cy="384048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Garante: ✅ INTEGRIDADE   ✅ AUTENTICIDADE   ✅ NÃO-REPÚDIO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3749040" cy="356616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✍️  CRIAÇÃO — Alice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73736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Cria o documento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Gera o HASH do documento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Criptografa o hash com sua chave PRIVADA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Resultado: assinatura digital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Envia: documento + assinatura digital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206240" cy="356616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80160"/>
            <a:ext cx="4206240" cy="365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80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VERIFICAÇÃO — Bob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7373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Recebe documento + assinatura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Gera HASH do documento recebido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Descriptografa assinatura com chave PÚBLICA de Alice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Obtém o hash original de Alice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Compara os dois hashes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Iguais → ✅ Integridade e autenticidade confirmadas!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de Dados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 · In Transit · AES · DES · Tamanho de Chaves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de Dados  ⭐⭐⭐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77724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68680"/>
            <a:ext cx="2560320" cy="393192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68680"/>
            <a:ext cx="256032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 REST (Repouso)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BitLocker — Windows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FileVault — macOS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 — Windows/NTFS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 — chave simétrica cifra tudo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— cifra apenas dados sensíveis 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868680"/>
            <a:ext cx="2560320" cy="393192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868680"/>
            <a:ext cx="2560320" cy="365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868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 TRANSIT (Trânsito)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— navegadores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— túnel criptografado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— VPN cliente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— VPN site-to-site 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os lados devem usar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mesmos algoritmos!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868680"/>
            <a:ext cx="2834640" cy="393192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868680"/>
            <a:ext cx="28346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868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ALGORITMOS &amp; CHAVES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1325880"/>
            <a:ext cx="2606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AES — padrão moderno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DES — OBSOLETO 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Simétricas: 128 bits+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Assimétricas: 3072 bits+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maiores = mais seguro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força bruta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 Criptografia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· HSM · KMS · Secure Enclave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 Criptografia  ⭐⭐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77724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68680"/>
            <a:ext cx="4023360" cy="192024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68680"/>
            <a:ext cx="402336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TPM — Trusted Platform Module ⭐⭐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28016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na placa-mãe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números aleatórios e chaves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persistente — chaves únicas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pelo BitLocker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Escopo: 1 dispositivo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868680"/>
            <a:ext cx="4023360" cy="192024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868680"/>
            <a:ext cx="40233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HSM — Hardware Security Module ⭐⭐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128016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 — escala para milhares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Clusterizado para redundância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chaves de servidores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Aceleradores criptográficos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Escopo: toda a infraestrutura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4023360" cy="192024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834640"/>
            <a:ext cx="40233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Secure Enclave 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24612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Processador separado da CPU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Celulares e laptops modernos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boot ROM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AES em tempo real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de Confiança — imutável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2834640"/>
            <a:ext cx="4023360" cy="192024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2834640"/>
            <a:ext cx="40233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8346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KMS — Key Management System ⭐⭐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324612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TODAS as chaves centralmente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ou nuvem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Rotação automática de chaves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chaves ↔ dados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chaves ativas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e Certificados Digitais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· CSR · CRL · OCSP · X.509 · Key Escrow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— Public Key Infrastructure  ⭐⭐⭐ MUITO COBRADO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77724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22960"/>
            <a:ext cx="3749040" cy="205740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22960"/>
            <a:ext cx="37490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22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Certificado Digital ⭐⭐⭐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com chave pública + assinatura digital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Padrão: X.509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Contém: nº série, versão, algoritmo, emissor, dono, chave pública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(*) — cobre subdomínios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— múltiplos domínios em um certificado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205740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4206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22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 — Autoridade Certificadora ⭐⭐⭐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23444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Terceiro confiável que assina certificados digitalmente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Navegadores confiam nas CAs — base da confiança web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identidade antes de emitir o certificado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Interna ⭐ — para sistemas internos da organização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(Certificate Signing Request) — solicitação enviada à CA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8138160" cy="187452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971800"/>
            <a:ext cx="81381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718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Revogação de Certificados ⭐⭐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3832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CRL (Certificate Revocation List) ⭐ — lista de certificados revogados, mantida pela CA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OCSP (Online Certificate Status Protocol) ⭐ — verifica status em tempo real, mais eficiente que CRL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OCSP Stapling ⭐ — status embutido no servidor web durante handshake SSL — elimina consulta separada à CA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Escrow — terceiro guarda cópia das chaves — controverso mas necessário em alguns ambientes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Ofuscação e Blockchain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22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Esteganografia · Tokenização · Mascaramento · Blockchain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Ofuscação e Blockchain  ⭐⭐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7772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68680"/>
            <a:ext cx="2651760" cy="397764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68680"/>
            <a:ext cx="26517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Esteganografia ⭐⭐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307592"/>
            <a:ext cx="237744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 dados dentro de outro arquivo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text — documento que oculta os dados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Imagem, áudio, vídeo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Segurança por obscuridade NÃO é segurança real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dots — impressoras revelam identidade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868680"/>
            <a:ext cx="2651760" cy="397764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868680"/>
            <a:ext cx="26517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Tokenização ⭐⭐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1307592"/>
            <a:ext cx="237744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dado sensível por token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SEM relação matemática com original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 uso único — não reutilizável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móveis — smartwatches/celulares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criptografar dados em trânsito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868680"/>
            <a:ext cx="2651760" cy="397764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868680"/>
            <a:ext cx="2651760" cy="365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Mascaramento e Blockchain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1307592"/>
            <a:ext cx="237744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Mascaramento: oculta partes sensíveis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**** **** **** 1234 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PII — dados pessoais identificáveis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Blockchain: ledger distribuído + hash por bloco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Modificação invalida o hash ⭐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⚠️  PONTOS CRÍTICOS PARA A PROVA  ⭐⭐⭐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20624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7724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NÃO é criptografia — irreversível 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99032"/>
            <a:ext cx="420624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99032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9903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— OBSOLETO / vulnerável a colisões 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20824"/>
            <a:ext cx="420624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20824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020824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— algoritmo moderno e seguro 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42616"/>
            <a:ext cx="420624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42616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642616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PRIVADA assina / Chave PÚBLICA verifica 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64408"/>
            <a:ext cx="420624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64408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26440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PÚBLICA criptografa / Chave PRIVADA descriptografa 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420624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86200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88620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impede Rainbow Tables 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507992"/>
            <a:ext cx="420624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507992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450799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Keys são efêmeras — descartadas após uso 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777240"/>
            <a:ext cx="420624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777240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77724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= 1 dispositivo / HSM = toda a infraestrutura 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399032"/>
            <a:ext cx="420624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399032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39903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OCSP Stapling = mais eficiente que CRL 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020824"/>
            <a:ext cx="420624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020824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020824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 ≠ Criptografia — sem relação matemática ⭐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642616"/>
            <a:ext cx="420624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642616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2642616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Esteganografia sozinha NÃO é segurança real 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264408"/>
            <a:ext cx="420624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264408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26440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= padrão moderno / DES = obsoleto ⭐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886200"/>
            <a:ext cx="420624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886200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388620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usa hashing para integridade dos blocos 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1.3 Criptografia e PKI</dc:title>
  <dc:subject>PptxGenJS Presentation</dc:subject>
  <dc:creator>PptxGenJS</dc:creator>
  <cp:lastModifiedBy>PptxGenJS</cp:lastModifiedBy>
  <cp:revision>1</cp:revision>
  <dcterms:created xsi:type="dcterms:W3CDTF">2026-03-17T18:08:23Z</dcterms:created>
  <dcterms:modified xsi:type="dcterms:W3CDTF">2026-03-17T18:08:23Z</dcterms:modified>
</cp:coreProperties>
</file>