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2004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1 — General Security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Completa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· AAA · Controles · Zero Trust · Gap Analysis · Segurança Física · Deception Technology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41148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•  github.com/LuizGilio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Seções do Domínio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14400"/>
            <a:ext cx="45720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Segurança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· AAA Framework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914400"/>
            <a:ext cx="4572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14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 Integridade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Assinaturas Digitais · Certificados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920240"/>
            <a:ext cx="4572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202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 × 4 Categorias — Matriz Completa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92024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920240"/>
            <a:ext cx="45720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202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Arquiteturas Modernas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· PEP/PDP · Gap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92608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926080"/>
            <a:ext cx="45720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926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· Acesso · CCTV · Sensores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926080"/>
            <a:ext cx="402336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926080"/>
            <a:ext cx="4572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26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Technology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· HoneyNet · HoneyFile · HoneyToken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931920"/>
            <a:ext cx="8321040" cy="86868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931920"/>
            <a:ext cx="4572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31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4005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Conexões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4389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todos os conceitos se conectam na prova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 ⭐⭐⭐ BASE DE TODAS AS QUESTÕES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704088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589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 AIC Triad — evitar confusão com a CIA americana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115568"/>
            <a:ext cx="2697480" cy="3749040"/>
          </a:xfrm>
          <a:prstGeom prst="rect">
            <a:avLst/>
          </a:prstGeom>
          <a:solidFill>
            <a:srgbClr val="1E2A3A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15568"/>
            <a:ext cx="269748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1556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98448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956816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acesso não autorizado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— dados em trânsito e repouso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Acesso — quem acessa o quê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credenciais adicionais 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115568"/>
            <a:ext cx="2697480" cy="3749040"/>
          </a:xfrm>
          <a:prstGeom prst="rect">
            <a:avLst/>
          </a:prstGeom>
          <a:solidFill>
            <a:srgbClr val="1E2A3A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115568"/>
            <a:ext cx="269748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11556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33088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84448" y="1956816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recebidos = dados enviados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impressão digital do dado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— hash + chave privada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Não-Repúdio — prova irrefutável de origem 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15568"/>
            <a:ext cx="2697480" cy="3749040"/>
          </a:xfrm>
          <a:prstGeom prst="rect">
            <a:avLst/>
          </a:prstGeom>
          <a:solidFill>
            <a:srgbClr val="1E2A3A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15568"/>
            <a:ext cx="269748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11556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67728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1956816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acessíveis a qualquer momento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e Tolerância a Falhas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e Atualizações regulares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downtime e exploits conhecidos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Framework  ⭐⭐⭐ MUITO COBRADO EM CENÁRIOS DE VPN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704088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1965960" cy="1234440"/>
          </a:xfrm>
          <a:prstGeom prst="rect">
            <a:avLst/>
          </a:prstGeom>
          <a:solidFill>
            <a:srgbClr val="1E2A3A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841248"/>
            <a:ext cx="640080" cy="6400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Alegar ser um usuário específico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822960"/>
            <a:ext cx="1965960" cy="1234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841248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828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 você é quem diz 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822960"/>
            <a:ext cx="1965960" cy="12344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96128" y="84124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recursos o usuário pode acessar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822960"/>
            <a:ext cx="1965960" cy="12344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44968" y="8412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1828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tudo: login, logout, dados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76272"/>
            <a:ext cx="5029200" cy="265176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176272"/>
            <a:ext cx="5029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1762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Exemplo Prático — VPN 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587752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Concentrador VPN → Servidor AAA → Servidor de Arquivos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Concentrador VPN repassa credenciais ao Servidor AAA para validação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digitais identificam dispositivos autorizados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(Autoridade Certificadora) gerencia e assina os certificados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usuários escalam a autorização para milhares de usuários 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176272"/>
            <a:ext cx="2971800" cy="26517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2176272"/>
            <a:ext cx="2971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1762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Escalabilidade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2587752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manual por usuário NÃO escala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Grupos de usuários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grupo 'Envio e Recebimento'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ao grupo = todos os acessos necessários automaticamente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e Assinaturas Digitais  ⭐⭐⭐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04088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77240"/>
            <a:ext cx="7772400" cy="384048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 Hash NÃO é criptografia — é unidirecional e irreversível!  MD5 = OBSOLETO  |  SHA-256 = USAR 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61872"/>
            <a:ext cx="37490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HASHING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digital (fingerprint) de um dado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caractere alterado = hash completamente diferente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verificar integridade de arquivos, senhas, certificados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— dado aleatório adicionado ao hash da senha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impede Rainbow Tables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Stretching — hashing múltiplas vezes para dificultar força bruta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2062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61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✍️ ASSINATURA DIGITAL — Fluxo Alice→Bob ⭐⭐⭐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Alice gera HASH do texto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Alice criptografa hash com CHAVE PRIVADA → assinatura ⭐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Alice envia: texto + assinatura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Bob descriptografa assinatura com CHAVE PÚBLICA de Alice ⭐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Bob gera novo hash do texto recebido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Hashes iguais → Integridade + Origem confirmadas 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Não-Repúdio: só Alice tem a chave privada — não pode negar 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 — Matriz Completa  ⭐⭐⭐ ESSENCIAL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155448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685800"/>
            <a:ext cx="1645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685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🔧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685800"/>
            <a:ext cx="1645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685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685800"/>
            <a:ext cx="164592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685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69480" y="685800"/>
            <a:ext cx="16459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685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097280"/>
            <a:ext cx="1554480" cy="56692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097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Preventivo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10972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097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firewall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10972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097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onboarding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10972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097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Guarita / ID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9480" y="10972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097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Fechaduras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1737360"/>
            <a:ext cx="1554480" cy="56692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737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Dissuasor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0280" y="17373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17373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demissão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23560" y="17373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17373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aviso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2377440"/>
            <a:ext cx="1554480" cy="56692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2377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Detetivo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23774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logs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3774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login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23560" y="23774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Patrulhamento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69480" y="23774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movimento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3017520"/>
            <a:ext cx="1554480" cy="56692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0175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Corretivo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40280" y="30175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backup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31920" y="30175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alerta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23560" y="30175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Contatar autoridades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69480" y="30175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Extintor incêndio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3657600"/>
            <a:ext cx="1554480" cy="56692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3657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Compensatório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40280" y="36576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657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p/ vuln.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31920" y="36576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3657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deveres ⭐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23560" y="36576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657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seguranças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69480" y="36576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657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energia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" y="4297680"/>
            <a:ext cx="1554480" cy="56692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4297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Diretivo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40280" y="42976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0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criptografada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31920" y="42976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conformidade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623560" y="42976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69480" y="42976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0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autorizado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 ⭐⭐⭐ ENTENDER PEP, PDP E IDENTIDADE ADAPTATIVA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67512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49808"/>
            <a:ext cx="7772400" cy="384048"/>
          </a:xfrm>
          <a:prstGeom prst="rect">
            <a:avLst/>
          </a:prstGeom>
          <a:solidFill>
            <a:srgbClr val="1A0A0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498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Princípio: NUNCA confiar, SEMPRE verificar — autenticação contínua para cada dispositivo, processo e usuário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9202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192024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Plane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tráfego de rede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as políticas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pacotes fluem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234440"/>
            <a:ext cx="19202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234440"/>
            <a:ext cx="1920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Plane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691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configurações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políticas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decisões são tomadas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19202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34440"/>
            <a:ext cx="1920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PEP ⭐⭐⭐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691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Imposição de Política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como gatekeeper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ou permite acesso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TODOS os dispositivos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205740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234440"/>
            <a:ext cx="2057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34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PDP ⭐⭐⭐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69164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Decisão de Política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solicitação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conceder / negar / revogar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o PEP com decisões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645152"/>
            <a:ext cx="777240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45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Fluxo: Usuário tenta acesso → PEP intercepta → PDP analisa e decide → PEP aplica a decisão 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 ⭐⭐  CONHECER FRAMEWORKS NIST E ISO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68580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77240"/>
            <a:ext cx="77724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Onde estamos vs. onde queremos estar em segurança — processo pode levar semanas, meses ou anos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61872"/>
            <a:ext cx="484632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61872"/>
            <a:ext cx="48463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Etapas do Processo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Estabelecer Baseline — NIST SP 800-171 Rev 2 ou ISO/IEC 27001 ⭐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Avaliar Pessoas — experiência, treinamento, conhecimento de políticas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Avaliar Processos — sistemas em conformidade com políticas documentadas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Comparar estado atual com baseline — identificar fraquezas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Criar plano para compensar fraquezas identificadas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261872"/>
            <a:ext cx="3200400" cy="160020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261872"/>
            <a:ext cx="3200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Frameworks ⭐⭐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1691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800-171 Rev 2 — informações não classificadas em sistemas não federais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gestão de segurança da informação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999232"/>
            <a:ext cx="320040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999232"/>
            <a:ext cx="3200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Relatório Final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429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Verde — conforme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Amarelo — atenção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Vermelho — não conforme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tempo, dinheiro e controle de mudanças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  ⭐⭐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04088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04672"/>
            <a:ext cx="242316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04672"/>
            <a:ext cx="2423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Perímetro Externo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216152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Barricadas e Bolardos — bloqueiam veículos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Visuais (coloridos) ou estruturais (concreto)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Cercas — transparentes ou opacas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Arame farpado / concertina no topo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naturais: água ao redor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42316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04672"/>
            <a:ext cx="24231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Controle de Acesso 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216152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Vestíbulos / Mantraps ⭐ — impede tailgating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porta trava quando outra abre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de cartão ou biometria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Integrity — 2 guardas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Crachás visíveis a todo momento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804672"/>
            <a:ext cx="242316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804672"/>
            <a:ext cx="24231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Monitoramento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9048" y="1216152"/>
            <a:ext cx="22219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— detecção de movimento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leitura de placas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armazenado centralmente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 — mais luz = mais seguro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IR para ambientes escuros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090672"/>
            <a:ext cx="374904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90672"/>
            <a:ext cx="37490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Sensores de Movimento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502152"/>
            <a:ext cx="35478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Infravermelho (IR) — detecta calor corporal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— pisadas e abertura de janelas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Micro-ondas — grandes áreas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Ultrassônico — reflexo de som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090672"/>
            <a:ext cx="4251960" cy="182880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090672"/>
            <a:ext cx="42519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Classificação dos Controles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7448" y="3502152"/>
            <a:ext cx="40507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Bolardos → Preventivo Físico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→ Detetivo Físico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Vestíbulo → Preventivo Físico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→ Operacional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Integrity → Compensatório 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Technology  ⭐⭐  DIFERENCIAR HONEYPOT, HONEYNET, HONEYFILE E HONEYTOKEN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13232"/>
            <a:ext cx="777240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criar decepção e disrupção — manter atacantes ocupados em sistemas FALSOS enquanto monitora suas técnicas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993392" cy="37490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97280"/>
            <a:ext cx="1993392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972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🍯 Honeypot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554480"/>
            <a:ext cx="17922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FALSO que atrai invasores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técnicas e ferramentas do atacante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Corrida: atacantes detectam → aumentamos complexidade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projecthoney.org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097280"/>
            <a:ext cx="1993392" cy="37490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097280"/>
            <a:ext cx="199339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0972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🕸️ HoneyNet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98648" y="1554480"/>
            <a:ext cx="17922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honeypots combinados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completa e crível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Workstations, servidores, roteadores, firewalls falsos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invasores MUITO ocupados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1993392" cy="37490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097280"/>
            <a:ext cx="199339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972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HoneyFile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1554480"/>
            <a:ext cx="17922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falso de aparência sensível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passwords.txt — conteúdo falso!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usuário legítimo deve acessar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dispara alertas automáticos 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1097280"/>
            <a:ext cx="1993392" cy="374904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097280"/>
            <a:ext cx="199339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0972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🏷️ HoneyToken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96328" y="1554480"/>
            <a:ext cx="17922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rastreável inserido na HoneyNet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origem de vazamentos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credenciais API falsas na nuvem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e-mails falsos monitorados na internet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Também: cookies, pixels, registros DB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Conexões — Como Tudo se Conecta na Prova  ⭐⭐⭐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68580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04672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04672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046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é a BASE DE TUDO — toda questão remete a C, I ou A 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804672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804672"/>
            <a:ext cx="7315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8046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e Assinaturas Digitais implementam o I (Integridade) do CIA Triad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645920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64592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64592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implementa o C (Confidencialidade) via controle de acesso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645920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64592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164592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 são as ferramentas práticas para proteger C, I e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487168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487168"/>
            <a:ext cx="73152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4871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é a evolução arquitetural moderna dos controles de acesso 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487168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487168"/>
            <a:ext cx="7315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4871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mede o alinhamento dos controles com NIST e ISO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328416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28416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32841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 = camada mais externa da matriz de controles físicos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328416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328416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32841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Technology = controle Detetivo + Compensatório combinados 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169664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16966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16966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Digitais conectam AAA + Integridade + Criptografia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169664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169664"/>
            <a:ext cx="73152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416966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aparece em: CIA Triad (C) + AAA (Autenticação) + Zero Trust 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 PONTOS CRÍTICOS PARA A PROVA — DOMÍNIO 1 COMPLETO  ⭐⭐⭐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58952"/>
            <a:ext cx="73152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7589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Triad: C = Confidencialidade / I = Integridade / A = Disponibilidade ⭐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80744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0744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8074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NÃO é criptografia — irreversível e unidirecional 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02536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02536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0253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PRIVADA assina / Chave PÚBLICA verifica 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24328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24328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24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impede Rainbow Tables 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46120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24612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 APROVA — Owner SOLICITA — TI EXECUTA 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67912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67912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86791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≠ Produção — NUNCA testar direto em produção 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489704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489704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48970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 DEVE ser testado ANTES de ir para produção 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758952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75895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7589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 = mais restritivo que Deny List 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380744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380744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38074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 PEP impõe / PDP decide ⭐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002536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002536"/>
            <a:ext cx="73152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00253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Adaptativa analisa: local + dispositivo + relação ⭐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624328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624328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624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Vestíbulo / Mantrap impede tailgating 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246120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24612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24612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HoneyToken = dado RASTREÁVEL que revela origem de vazamentos 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867912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67912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86791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= controle Detetivo + Compensatório ⭐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489704"/>
            <a:ext cx="425196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4489704"/>
            <a:ext cx="73152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48970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está em CIA (C), AAA e Zero Trust ⭐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Domínio 1 Completo</dc:title>
  <dc:subject>PptxGenJS Presentation</dc:subject>
  <dc:creator>PptxGenJS</dc:creator>
  <cp:lastModifiedBy>PptxGenJS</cp:lastModifiedBy>
  <cp:revision>1</cp:revision>
  <dcterms:created xsi:type="dcterms:W3CDTF">2026-03-17T18:34:27Z</dcterms:created>
  <dcterms:modified xsi:type="dcterms:W3CDTF">2026-03-17T18:34:27Z</dcterms:modified>
</cp:coreProperties>
</file>