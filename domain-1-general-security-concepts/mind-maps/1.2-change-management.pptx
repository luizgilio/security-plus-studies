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6576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1 — General Security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(Change Management)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Board · Sandbox · Backout Plan · Allow/Deny List · Version Control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•  github.com/LuizGilio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Change Management Existe?  ⭐⭐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solidFill>
            <a:srgbClr val="1A0A0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⚠️  Sistema não atualizado = sistema menos seguro  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023360" cy="160020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402336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 Problema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mudança pode afetar MILHARES de sistemas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processo formal → inconsistências e falhas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lança updates toda semana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aplicações com atualizações constantes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417320"/>
            <a:ext cx="4023360" cy="160020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417320"/>
            <a:ext cx="40233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Os Objetivos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uptime e disponibilidade dos sistemas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todos estejam informados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erros durante implementação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frequência, tipo e escopo das mudanças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4023360" cy="160020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4023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Conexão com CIA Triad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→ mudanças mal feitas causam downtime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→ mudanças não documentadas corrompem ambiente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 → patches fecham vulnerabilidades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154680"/>
            <a:ext cx="4023360" cy="160020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54680"/>
            <a:ext cx="4023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54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Faz Parte dos POPs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Operacionais Padrão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 no intranet da empresa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altera a rede sem aprovação formal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 continuamente com a evolução da empresa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Formal e Papéis  ⭐⭐⭐ [MUITO COBRADO]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5029200" cy="201168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5029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CCB — Change Control Board ⭐⭐⭐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298448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central que APROVA ou REJEITA mudanças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risco, escopo e timing — NÃO executa a mudança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exigido: razão, escopo, data/hora, impacto, risco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contexto — varejistas congelam mudanças no Natal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868680"/>
            <a:ext cx="3017520" cy="128016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868680"/>
            <a:ext cx="3017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868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Owner (Dono) 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61888" y="12801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— não executa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e acompanha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e valida ao final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286000"/>
            <a:ext cx="3017520" cy="128016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2286000"/>
            <a:ext cx="3017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Stakeholders 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61888" y="26974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Impactados pela mudança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sempre óbvios!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sobre processo e timing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8138160" cy="187452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71800"/>
            <a:ext cx="81381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718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Exemplo Real — Upgrade de Software de Etiquetas de Envio 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383280"/>
            <a:ext cx="7863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Depto. Envio/Recebimento (usuário direto)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 (relatórios de envio)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de entrega ao cliente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de receita  →  CEO e diretoria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 Backout Plan  ⭐⭐⭐ [MUITO COBRADO]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374904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🧪 SANDBOX — Ambiente de Testes ⭐⭐⭐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ISOLADO — erros não afetam produção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IDÊNTICA ao ambiente de produção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testar upgrades, patches e mudanças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usado para testar o Backout Plan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seguro tecnológico — faça quantos testes quiser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testar diretamente em produção 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🔙 BACKOUT PLAN — Plano de Reversão ⭐⭐⭐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fazer backup COMPLETO antes de qualquer mudança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documentado para reverter mudança que deu errado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ser TESTADO no sandbox antes da produção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recuperação: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1. Executar o Backout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 Se falhar → restaurar backup completo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reais: mudanças 'simples' derrubaram redes inteiras!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do Técnico  ⭐⭐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8138160" cy="137160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813816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Allow List vs Deny List  ⭐⭐⭐ [MUITO COBRADO]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29844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List → só roda o que está na lista — tudo mais BLOQUEADO (mais restritivo)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List → tudo roda EXCETO o que está na lista (mais flexível)  |  Antivírus = grande Deny List automatizada 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2651760" cy="246888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77440"/>
            <a:ext cx="2651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Legacy Applications 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816352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anos sem suporte do dev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resistência a mudanças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= virar o especialista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Trazer ao ciclo normal de suporte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377440"/>
            <a:ext cx="2651760" cy="246888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2377440"/>
            <a:ext cx="26517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Dependências 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0168" y="2816352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A exige mudança B primeiro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podem ser em outro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atualizar gerenciador de firewall exige atualizar os firewalls antes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377440"/>
            <a:ext cx="2651760" cy="246888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377440"/>
            <a:ext cx="26517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Version Control 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2816352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 mudanças entre ponto A e 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reverter versão anterior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de roteador, patches de 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ou ferramenta terceira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⚠️  PONTOS CRÍTICOS PARA A PROVA  ⭐⭐⭐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7724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 APROVA — não executa a mudança 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18488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184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SOLICITA — não executa a mudança 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59736"/>
            <a:ext cx="73152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5973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EXECUTA — não aprova a mudança 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00984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00984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0098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≠ Produção — NUNCA testar direto em produção 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42232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142232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1422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 DEVE ser testado ANTES de ir para produção 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777240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77724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77724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List é MAIS restritivo que Deny List 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18488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618488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6184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ter backup ANTES de qualquer mudança 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59736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59736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45973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Antivírus = grande Deny List automatizada 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300984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300984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30098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podem estar em sistemas diferentes 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142232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4142232"/>
            <a:ext cx="73152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41422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deve ser atualizada a cada mudança 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1.2 Change Management</dc:title>
  <dc:subject>PptxGenJS Presentation</dc:subject>
  <dc:creator>PptxGenJS</dc:creator>
  <cp:lastModifiedBy>PptxGenJS</cp:lastModifiedBy>
  <cp:revision>1</cp:revision>
  <dcterms:created xsi:type="dcterms:W3CDTF">2026-03-17T18:26:00Z</dcterms:created>
  <dcterms:modified xsi:type="dcterms:W3CDTF">2026-03-17T18:26:00Z</dcterms:modified>
</cp:coreProperties>
</file>