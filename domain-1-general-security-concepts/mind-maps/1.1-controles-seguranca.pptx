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6576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65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1 — General Security Concepts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de TI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Categorias: Técnico · Gerencial · Operacional · Físico  |  Tipos: Preventivo · Detetivo · Corretivo · Compensatório · Diretivo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3657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Luiz Otavio Gonçalves Gilio  •  github.com/LuizGilio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Conteúdo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822960"/>
            <a:ext cx="7772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960120"/>
            <a:ext cx="4023360" cy="10058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960120"/>
            <a:ext cx="45720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6012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Controles Existem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dados, sistemas e pessoas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0" y="960120"/>
            <a:ext cx="4023360" cy="100584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960120"/>
            <a:ext cx="4572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6012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051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Categorias de Controles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· Gerencial · Operacional · Físico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194560"/>
            <a:ext cx="4023360" cy="100584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2194560"/>
            <a:ext cx="45720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945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Controles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 · Dissuasor · Detetivo · Corretivo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194560"/>
            <a:ext cx="4023360" cy="100584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194560"/>
            <a:ext cx="4572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19456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Compensatório e Diretivo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e orientação de comportamento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3429000"/>
            <a:ext cx="4023360" cy="10058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429000"/>
            <a:ext cx="457200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290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8872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Tipos × Categorias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8872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práticos para cada combinação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429000"/>
            <a:ext cx="4023360" cy="1005840"/>
          </a:xfrm>
          <a:prstGeom prst="rect">
            <a:avLst/>
          </a:prstGeom>
          <a:solidFill>
            <a:srgbClr val="1E2A3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37760" y="3429000"/>
            <a:ext cx="45720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429000"/>
            <a:ext cx="457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86400" y="3520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Críticos para a Prova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mais cai no Security+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Categorias de Controles  ⭐⭐⭐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196596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1965960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🔧 TÉCNICOS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1444752"/>
            <a:ext cx="176479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Implementados via sistemas e software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do sistema operacional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 e regras de rede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Antivírus e anti-malware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acesso digital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868680"/>
            <a:ext cx="196596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868680"/>
            <a:ext cx="196596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📋 GERENCIAIS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98648" y="1444752"/>
            <a:ext cx="176479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e procedimentos escritos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oficial de segurança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Procedimentos Operacionais Padrão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de conformidade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de tomada de decisão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868680"/>
            <a:ext cx="196596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37760" y="868680"/>
            <a:ext cx="19659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👥 OPERACIONAIS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47488" y="1444752"/>
            <a:ext cx="176479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Implementados por PESSOAS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Seguranças no local de trabalho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Treinamentos mensais de segurança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Programas de conscientização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Patrulhamento e rondas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86600" y="868680"/>
            <a:ext cx="196596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086600" y="868680"/>
            <a:ext cx="19659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🏢 FÍSICOS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96328" y="1444752"/>
            <a:ext cx="1764792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Limitam acesso físico a locais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Guaritas de segurança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Cercas e trancas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Leitores de cartão de acesso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 CCTV e sensores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Controles — Preventivo e Dissuasor  ⭐⭐⭐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374904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374904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🚫 PREVENTIVO — Limita o acesso ⭐⭐⭐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→ Regras de firewall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 → Políticas de onboarding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→ Guarita verificando 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 → Fechaduras de portas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IMPEDIR que o evento ocorra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0624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⚠️ DISSUASOR — Desencoraja ⭐⭐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→ Splash screen com aviso de acesso restrito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 → Ameaça de demissão ou rebaixamento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→ Recepcionista verificando visitantes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 → Sinais de aviso de acesso restrito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DESENCORAJAR — não impede diretamente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Controles — Detetivo e Corretivo  ⭐⭐⭐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374904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3749040" cy="41148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🔍 DETETIVO — Identifica e alerta ⭐⭐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→ Análise de logs do sistema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 → Revisão de relatórios de login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→ Patrulhamento da propriedade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 → Detectores de movimento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IDENTIFICAR violações ocorridas e alertar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0624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🔧 CORRETIVO — Age após o evento ⭐⭐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→ Restaurar backup após ransomware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 → Políticas de alerta de incidentes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→ Contatar autoridades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 → Extintor de incêndio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REVERTER impactos após o evento detectado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Controles — Compensatório e Diretivo  ⭐⭐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7772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868680"/>
            <a:ext cx="374904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68680"/>
            <a:ext cx="37490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COMPENSATÓRIO — Alternativa ⭐⭐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→ Firewall bloqueando tráfego até patch disponível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 → Separação de Deveres (Separation of Duties) 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→ Múltiplos seguranças simultâneos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 → Gerador de energia elétrica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ALTERNATIVA quando não é possível corrigir diretamente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206240" cy="3977640"/>
          </a:xfrm>
          <a:prstGeom prst="rect">
            <a:avLst/>
          </a:prstGeom>
          <a:solidFill>
            <a:srgbClr val="1E2A3A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8686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📌 DIRETIVO — Orienta (mais fraco) 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931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→ Política de armazenamento em pasta criptografada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 → Políticas e procedimentos de conformidade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→ Treinamento de segurança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 → Sinal 'Apenas Pessoal Autorizado'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─────────────────────────────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DIRECIONAR comportamento — depende do usuário agir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Tipos × Categorias  ⭐⭐⭐ [ESSENCIAL PARA A PROVA]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640080"/>
            <a:ext cx="77724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713232"/>
            <a:ext cx="1554480" cy="384048"/>
          </a:xfrm>
          <a:prstGeom prst="rect">
            <a:avLst/>
          </a:prstGeom>
          <a:solidFill>
            <a:srgbClr val="1E2A3A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1323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40280" y="713232"/>
            <a:ext cx="1645920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713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🔧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1920" y="713232"/>
            <a:ext cx="16459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713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GERENCIAL 📋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713232"/>
            <a:ext cx="1645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713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👥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69480" y="713232"/>
            <a:ext cx="1645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69480" y="713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 🏢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1143000"/>
            <a:ext cx="1554480" cy="566928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11430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Preventivo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40280" y="114300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11430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firewall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931920" y="114300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1430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onboarding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23560" y="114300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1430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Guarita / ID check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69480" y="114300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11430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Fechaduras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1783080"/>
            <a:ext cx="1554480" cy="566928"/>
          </a:xfrm>
          <a:prstGeom prst="rect">
            <a:avLst/>
          </a:prstGeom>
          <a:solidFill>
            <a:srgbClr val="F59E0B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17830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Dissuasor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40280" y="178308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1783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31920" y="178308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1783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 demissão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23560" y="178308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0" y="1783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Recepcionista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9480" y="178308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0" y="178308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aviso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2423160"/>
            <a:ext cx="1554480" cy="566928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2423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Detetivo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40280" y="242316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0" y="24231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logs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931920" y="242316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24231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de login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23560" y="242316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24231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Patrulhamento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269480" y="242316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242316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movimento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0080" y="3063240"/>
            <a:ext cx="1554480" cy="566928"/>
          </a:xfrm>
          <a:prstGeom prst="rect">
            <a:avLst/>
          </a:prstGeom>
          <a:solidFill>
            <a:srgbClr val="10B981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5800" y="30632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Corretivo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40280" y="306324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0" y="30632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Restaurar backup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31920" y="306324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77640" y="30632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alerta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623560" y="306324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0" y="30632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Contatar autoridades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269480" y="306324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0" y="30632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Extintor incêndio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" y="3703320"/>
            <a:ext cx="1554480" cy="566928"/>
          </a:xfrm>
          <a:prstGeom prst="rect">
            <a:avLst/>
          </a:prstGeom>
          <a:solidFill>
            <a:srgbClr val="7C3AED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" y="37033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Compensatório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240280" y="370332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0" y="3703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p/ vuln.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931920" y="370332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77640" y="3703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deveres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623560" y="370332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3703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seguranças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69480" y="370332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15200" y="370332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energia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0080" y="4343400"/>
            <a:ext cx="1554480" cy="566928"/>
          </a:xfrm>
          <a:prstGeom prst="rect">
            <a:avLst/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85800" y="43434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Diretivo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240280" y="434340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86000" y="43434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 criptografada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931920" y="434340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77640" y="43434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conformidade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5623560" y="434340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669280" y="43434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7269480" y="4343400"/>
            <a:ext cx="1645920" cy="566928"/>
          </a:xfrm>
          <a:prstGeom prst="rect">
            <a:avLst/>
          </a:prstGeom>
          <a:solidFill>
            <a:srgbClr val="1E2A3A"/>
          </a:solidFill>
          <a:ln w="6350">
            <a:solidFill>
              <a:srgbClr val="2A3A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15200" y="434340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autorizado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⚠️  PONTOS CRÍTICOS PARA A PROVA  ⭐⭐⭐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73152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7724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Preventivo = IMPEDE antes do evento ocorrer 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18488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18488"/>
            <a:ext cx="73152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184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Detetivo = IDENTIFICA após ocorrer — não impede ⭐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459736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59736"/>
            <a:ext cx="73152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245973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Corretivo = REVERTE impactos após o evento 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300984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300984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30098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Dissuasor ≠ Preventivo — só desencoraja, não impede 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142232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142232"/>
            <a:ext cx="73152" cy="6858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41422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Diretivo = controle mais FRACO — depende do usuário 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777240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777240"/>
            <a:ext cx="73152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777240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Compensatório = usado quando não há solução direta ⭐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618488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618488"/>
            <a:ext cx="73152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16184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Antivírus = grande Deny List automatizada 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459736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59736"/>
            <a:ext cx="73152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9472" y="2459736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List = mais restritivo que Deny List ⭐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300984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300984"/>
            <a:ext cx="73152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300984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Separação de Deveres = controle Compensatório Gerencial 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142232"/>
            <a:ext cx="4206240" cy="685800"/>
          </a:xfrm>
          <a:prstGeom prst="rect">
            <a:avLst/>
          </a:prstGeom>
          <a:solidFill>
            <a:srgbClr val="1E2A3A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4142232"/>
            <a:ext cx="73152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414223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combinação Tipo × Categoria é possível 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Security+ SY0-701 — 1.1 Controles de Segurança</dc:title>
  <dc:subject>PptxGenJS Presentation</dc:subject>
  <dc:creator>PptxGenJS</dc:creator>
  <cp:lastModifiedBy>PptxGenJS</cp:lastModifiedBy>
  <cp:revision>1</cp:revision>
  <dcterms:created xsi:type="dcterms:W3CDTF">2026-03-17T18:26:00Z</dcterms:created>
  <dcterms:modified xsi:type="dcterms:W3CDTF">2026-03-17T18:26:00Z</dcterms:modified>
</cp:coreProperties>
</file>