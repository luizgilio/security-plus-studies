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4  —  SECURITY OPERATIONS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Vulnerability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Vulnerabilidades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· OSINT · Dark Web · CTA · Pen Testing · Regras de Engajamento · Vulnerability Scanning · CVE · CVSS · NVD · Falso Positivo · SAST · Fuzzing · Remediação · Seguro Cyber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 ·  INTELIGÊNCIA PROPRIETÁRIA  ·  DARK WEB  ·  CTA  ·  FONTES GOVERNAMENTAIS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THREAT INTELLIGENCE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(Open-Source Intelligence): informação pública disponível para qualquer 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Fóruns e grupos de hackers, redes sociais, pesquisadores de segurança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governamentais: audiências públicas, relatórios, sites oficiais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comerciais: relatórios financeiros, bancos de dados públicos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de inteligência pagos: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 múltiplas organizações simultaneamente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Detectam tendências de ataques antes de atingir sua organização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(Cyber Threat Alliance): organizações compartilham IOCs em formato padronizado — cada envio é validado e pontuado por severidade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WEB E MONITORAMENTO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web: rede de sobreposição sobre a internet — acessível apenas com software especializado (Tor)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Encontrado na dark web: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hackers e suas ferramentas/técnicas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 de credenciais e cartões de crédito roubados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Fóruns sobre alvos e exploits ativos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se o nome da organização aparece na dark web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acionável: basear decisões de segurança e escolha de ferramentas na TI coletada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Vulnerability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ENGAJAMENTO  ·  EXPLORAÇÃO  ·  LATERAL MOVEMENT  ·  PIVOT  ·  CVE  ·  BUG BOUNTY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 = simula ataque real com exploração efetiva. Diferente do Vulnerability Scan, que apenas identifica potencial de ataque. NIST SP 800-115 descreve o processo completo.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114800" cy="299923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36576" cy="2999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ENGAJAMENTO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84832"/>
            <a:ext cx="38862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formal que define escopo e propósito do teste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tipo de teste (físico, interno, externo)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permitidos (ex: apenas após 18h para não afetar produção)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IPs/sistemas no escopo e fora do escopo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de emergência durante o teste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lidar com dados confidenciais descobertos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 antes de qualquer pen test — nunca pule essa etapa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664208"/>
            <a:ext cx="4160520" cy="299923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64208"/>
            <a:ext cx="36576" cy="2999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755648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EXPLORAÇÃO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2011680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084832"/>
            <a:ext cx="393192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 acesso = apenas o primeiro passo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Movement: mover-se entre dispositivos dentro da rede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Pivot: usar sistema comprometido como relé/proxy para atacar outros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backdoor para garantir acesso futuro — independente do vetor inicial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 pode causar instabilidade — cuidado com sistemas críticos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CVE: vulnerabilidades públicas após patch disponível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Bounty: programa de recompensa para pesquisadores que encontram vulnerabilidades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Vulnerability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e Análise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SCAN  ·  SAST  ·  FUZZING  ·  FALSO POSITIVO  ·  CVE  ·  CVSS  ·  NVD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4963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POTENCIAL de ataque — não executa exploit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 = tipo mais simples de vuln scan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de dentro E de fora da rede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grande volume de dados — checar falsos positivos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Severidades: Crítica → Alta → Média → Baixa → Informacional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E FUZZING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24963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(Static Application Security Testing): analisa código-fonte em busca de vulnerabilidades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Encontra: buffer overflow, SQL injection no código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encontra: auth insegura, criptografia mal implementada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Fuzzing: envia inputs aleatórios para testar respostas inesperadas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chamado de: fault injection, robustness testing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automatizado — milhares de iterações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65176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43584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CVE, CVSS E NVD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499616"/>
            <a:ext cx="24231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5448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CVE: identificador único de vulnerabilidade pública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CVSS: score de 0 a 10 — quanto maior, mais crítica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(nvd.nist.gov): banco de dados sincronizado com CVE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Positivo: reporta vuln que não existe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Negativo: vuln existe mas não é detectada — o pior cenário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assinaturas regularmente para minimizar ambos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Vulnerability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Remediação de Vulnerabilidades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 ·  SEGURO CYBER  ·  SEGMENTAÇÃO  ·  CONTROLES COMPENSATÓRIOS  ·  EXCEÇÕES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26334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2633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E SEGURO CYBER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388620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Patching: principal forma de remediar vulnerabilidades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padrão semanal/mensal — zero-days exigem patch não programado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patch antes de implantar em produção — pode quebrar o ambiente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de Cibersegurança: transfere o risco financeiro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Cobre: perdas de receita, recuperação de dados, phishing, processos judiciais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cobre: atos intencionais, transferências fraudulentas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26334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2633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43584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E COMPENSATÓRIOS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499616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54480"/>
            <a:ext cx="393192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Segmentação: limita escopo do ataque via VLANs ou redes separadas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der patch: mover para rede air-gapped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 monitora tráfego entre segmentos — identifica a aplicação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Compensatórios (quando não há patch disponível):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Desabilitar o serviço vulnerável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Revogar acesso ao aplicativo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estritas no firewall de borda ou ACLs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Exceções: comitê de segurança decide não aplicar patch após análise de risco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913632"/>
            <a:ext cx="8503920" cy="84124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913632"/>
            <a:ext cx="36576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7764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E RELATÓRIOS PÓS-PATCH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22452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patch: rodar novo vulnerability scan para confirmar se foi aplicado em todos os sistemas e se a vulnerabilidade foi realmente corrigida. Sistemas de relatório monitoram: patches implantados, erros, exceções e total de vulns identificadas.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Vulnerability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 = exploração real. Vulnerability Scan = identifica potencial, sem explorar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Engajamento = obrigatórias antes de qualquer pen test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Movement: mover entre dispositivos. Pivot: usar sistema como proxy/relé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Positivo: reporta vuln que não existe. Falso Negativo: vuln existe mas não detecta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Negativo é o pior cenário — sistema exposto sem saber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CVSS: score 0-10. CVE: identificador. NVD (nvd.nist.gov): banco de dados público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analisa código-fonte. NÃO encontra: auth insegura ou cripto mal implementada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= inputs aleatórios para testar respostas inesperadas (fault injection)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 = recompensa para pesquisadores que encontram vulnerabilidades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Cyber: transfere risco. NÃO cobre atos intencionais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Compensatórios: quando não há patch — desabilitar serviço, ACL, firewall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patch: re-escanear para confirmar que foi aplicado em TODOS os sistemas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Vulnerability Management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4.2 Vulnerability Management</dc:title>
  <dc:subject>PptxGenJS Presentation</dc:subject>
  <dc:creator>PptxGenJS</dc:creator>
  <cp:lastModifiedBy>PptxGenJS</cp:lastModifiedBy>
  <cp:revision>1</cp:revision>
  <dcterms:created xsi:type="dcterms:W3CDTF">2026-03-21T01:12:02Z</dcterms:created>
  <dcterms:modified xsi:type="dcterms:W3CDTF">2026-03-21T01:12:02Z</dcterms:modified>
</cp:coreProperties>
</file>