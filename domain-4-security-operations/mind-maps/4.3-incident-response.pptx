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4  —  SECURITY OPERATIONS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Incident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a Incidentes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IR · Preparação · Detecção · Contenção · Erradicação · Recuperação · Lições Aprendidas · Forense Digital · Chain of Custody · Threat Hunting · SOAR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do Incident Response (NIST)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· DETECÇÃO · CONTENÇÃO · ERRADICAÇÃO · RECUPERAÇÃO · LIÇÕES APRENDIDAS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NIST SP 800-61 define o ciclo de vida de resposta a incidentes em 4 fases principais. Conhecer a ordem e o que ocorre em cada fase é frequentemente cobrado na prova.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25196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55648"/>
            <a:ext cx="27432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282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Preparação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9339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Políticas, planos de IR, equipes treinadas, ferramentas prontas. Tudo que deve existir ANTES de um incidente.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664208"/>
            <a:ext cx="425196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755648"/>
            <a:ext cx="27432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72821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Detecção e Análise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993392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confirmar o incidente. Triagem, coleta de IOCs, determinar escopo e severidade.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651760"/>
            <a:ext cx="425196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43200"/>
            <a:ext cx="27432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15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Contenção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980944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o dano. Isolamento de sistemas comprometidos. Curto prazo (desconectar da rede) e longo prazo (reconstruir).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425196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743200"/>
            <a:ext cx="27432" cy="6766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715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Erradicação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980944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 causa raiz. Eliminar malware, fechar backdoors, corrigir vulnerabilidade explorada.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425196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730752"/>
            <a:ext cx="27432" cy="6766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Recuperação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3968496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sistemas ao funcionamento normal. Monitorar de perto para garantir que ameaça foi eliminada.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639312"/>
            <a:ext cx="4251960" cy="85953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730752"/>
            <a:ext cx="27432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7033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Lições Aprendidas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3968496"/>
            <a:ext cx="40233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Post-mortem: o que aconteceu, como foi detectado, o que funcionou, o que melhorar. Atualizar planos.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Incident Response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Forense Digital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  ·  PRESERVAÇÃO  ·  ORDEM DE VOLATILIDADE  ·  EVIDÊNCIAS  ·  LEGAL HOLD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FORENSES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Preservar evidências sem alterá-las — usar cópias forenses, não originais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Custody: documentar quem teve acesso à evidência, quando e por quê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quebra na cadeia invalida a evidência em tribunal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Hold: preservar dados relevantes para litígios — não apagar nada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Volatilidade (do mais para o menos volátil):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Registradores de CPU e cache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RAM — dados desaparecem ao desligar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Disco rígido / SSD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Logs remotos e backups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sempre do mais volátil para o menos volátil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ANÁLISE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forense: cópia bit a bit do disco — verificar hash antes e depois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blocker: impede gravação acidental na mídia original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memória (RAM dump): captura processos e dados em execução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 sistema: analisar eventos antes, durante e após o incidente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analysis: reconstruir cronologia do ataque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Artefatos: prefetch, registry hives, browser history, temp files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Metadados: timestamps de criação/modificação/acesso de arquivos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eDiscovery: coleta eletrônica de evidências para processos legais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Incident Response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e SOAR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 ·  SOAR  ·  PLAYBOOK  ·  RUNBOOK  ·  AUTOMAÇÃO  ·  ORQUESTRAÇÃO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proativa por ameaças que ainda não foram detectadas pelo SIEM/IDS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uma hipótese: 'e se um atacante já estiver dentro?'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Incident Response: IR reage. Hunting é proativo.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IOCs, TTPs (Tactics, Techniques, Procedures) do MITRE ATT&amp;CK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Analisa: logs de rede, endpoints, autenticações anômalas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confirma ausência de ameaça OU descobre incidente ainda não detectado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analistas experientes com conhecimento profundo do ambiente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E AUTOMAÇÃO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 (Security Orchestration, Automation and Response):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 ferramentas de segurança diferentes numa plataforma unificada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respostas repetitivas — libera analistas para tarefas complexas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conjunto de ações automatizadas para tipo específico de incidente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procedimento passo a passo executado pelo analista (manual)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de automação SOAR: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detectado → bloquear IP automaticamente no firewall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confirmado → isolar endpoint + notificar usuário + abrir ticket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Integra: SIEM, EDR, Firewall, Ticketing — tudo automatizado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Incident Response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IR: Preparação → Detecção → Contenção → Erradicação → Recuperação → Lições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Contenção: limita o dano (isolar). Erradicação: remove a causa raiz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 Aprendidas: post-mortem obrigatório — atualizar planos após cada incidente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Custody: quem tocou na evidência, quando e por quê — quebra = invalida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Volatilidade: RAM &gt; Disco &gt; Logs remotos — coletar do mais volátil primeiro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blocker: impede gravação acidental na mídia original durante análise forense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= proativo. Incident Response = reativo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ATT&amp;CK: framework de TTPs usado em Threat Hunting e Threat Intelligence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SOAR: orquestra ferramentas + automatiza respostas. Playbook = automático. Runbook = manual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Hold: preservar dados para litígios — não apagar nada enquanto ativo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eDiscovery: coleta eletrônica de evidências para processos legais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800-61: documento de referência para Incident Response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Incident Response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4.3 Incident Response</dc:title>
  <dc:subject>PptxGenJS Presentation</dc:subject>
  <dc:creator>PptxGenJS</dc:creator>
  <cp:lastModifiedBy>PptxGenJS</cp:lastModifiedBy>
  <cp:revision>1</cp:revision>
  <dcterms:created xsi:type="dcterms:W3CDTF">2026-03-21T01:12:03Z</dcterms:created>
  <dcterms:modified xsi:type="dcterms:W3CDTF">2026-03-21T01:12:03Z</dcterms:modified>
</cp:coreProperties>
</file>