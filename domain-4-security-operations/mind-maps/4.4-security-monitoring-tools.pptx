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4  —  SECURITY OPERATIONS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Monitoring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 Ferramentas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· Tools · Resilience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· SCAP · Alertas · Relatórios Acionáveis · DLP · SNMP · NetFlow · Vuln Scanner · Conformidade · Backups · Snapshot · Replicação · Journaling · Failover · UPS · Gerador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 ·  ALERTAS  ·  RELATÓRIOS ACIONÁVEIS  ·  QUARENTENA  ·  FALSO POS/NEG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constantemente: autenticações, serviços, acesso remoto, backups, tráfego, apps. IBM 2022: média de 9 meses para identificar e conter uma violação — atacante fica meses na rede sem ser detectado.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00784"/>
            <a:ext cx="4114800" cy="175564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00784"/>
            <a:ext cx="36576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92224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E RELATÓRIOS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38862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consolida logs de firewalls, switches, servidores, roteadores em banco central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Correlação: compara eventos de fontes diversas para detectar padrões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acionáveis: mostram O QUE FAZER — dispositivos não conformes, patches pendentes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ad hoc: análise 'e se' — ex: SO chegará ao fim da vida em 6 meses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700784"/>
            <a:ext cx="4160520" cy="175564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00784"/>
            <a:ext cx="36576" cy="1755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92224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RESPOSTA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48256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21408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em tempo real: SMS, e-mail, console SOC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trigger: pico de falhas de autenticação, tráfego incomum de saída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Quarentena: isolar sistema comprometido imediatamente ao detectar IOC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Positivo: alerta sem ameaça real. Falso Negativo: ameaça real sem alerta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35844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MONITORAR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895344"/>
            <a:ext cx="201168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95344"/>
            <a:ext cx="27432" cy="859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Autenticações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4187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países sem funcionários = IOC imediato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895344"/>
            <a:ext cx="201168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895344"/>
            <a:ext cx="27432" cy="859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de Rede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78608" y="4187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acima do normal = possível exfiltração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895344"/>
            <a:ext cx="201168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895344"/>
            <a:ext cx="27432" cy="859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Acesso Remoto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27448" y="4187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são funcionários, fornecedores, convidados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3895344"/>
            <a:ext cx="201168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3895344"/>
            <a:ext cx="27432" cy="8595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de Apps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76288" y="4187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uptime e violações de segurança identificadas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Monitoring and Tools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Segurança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  ·  CIS BENCHMARKS  ·  DLP  ·  SNMP  ·  NETFLOW  ·  CONFORMIDADE  ·  ANTIMALWARE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1155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9326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Content Automation Protocol (NIST): padroniza linguagem entre ferramentas diferentes (firewalls, IPS, scanners) para automatizar detecção e correção de vulnerabilidades.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1155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4904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Internet Security: melhores práticas para configurar SOs e apps com segurança 'fora da caixa'. Fonte padrão de baselines de segurança.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4251960" cy="11155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23744"/>
            <a:ext cx="27432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52344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Prevention: monitora e bloqueia transferência de dados sensíveis (CPF, dados bancários) para fora da rede. Protege confidencialidade.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4251960" cy="11155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23744"/>
            <a:ext cx="27432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752344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para monitorar dispositivos de rede. Usa MIB (base de informações) e OIDs. Polling: consultas periódicas. Traps: alertas proativos enviados pelo dispositivo.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4251960" cy="11155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85616"/>
            <a:ext cx="27432" cy="9326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49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01421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fluxos de tráfego de rede: uso de aplicações, conversas entre dispositivos, principais endpoints. Padrão Cisco — visibilidade de quem fala com quem.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694176"/>
            <a:ext cx="4251960" cy="11155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785616"/>
            <a:ext cx="27432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49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01421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agente (sempre ativo) ou sem agente (verificação no login/VPN). Garante que dispositivos seguem políticas de segurança antes de permitir acesso.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Monitoring and Tools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Snapshot e Resiliência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· OFF-SITE · SNAPSHOT · REPLICAÇÃO · JOURNALING · FAILOVER · TABLETOP · PHISHING SIM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On-site: mesmo local, recuperação rápida, menor custo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Off-site: local diferente, protege contra desastre físico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prática: AMBOS combinados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DEVEM ser criptografados — caso de roubo de mídia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chaves de recuperação separadamente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backups regularmente — restauração parcial não basta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 REPLICAÇÃO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cópia instantânea de VM — incremental (só mudanças)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antes de qualquer mudança significativa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em minutos — estratégia: snapshot diário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Replicação: cópia em tempo quase real para outro local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local → todos os locais replicados atualizados em segundos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hot site — dados sempre sincronizados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E FAILOVER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Journaling: grava operações no diário antes do DB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 corrupção por queda de energia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usa o diário para se corrigir ao reiniciar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Exercise: simula recuperação sem ativar site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Test: verifica se sistemas redundantes alternam automaticamente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de Phishing: envia e-mail falso, monitora quem clica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Monitoring and Tools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de Energia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 ·  GERADOR  ·  BLACKOUT  ·  BROWNOUT  ·  SURGE  ·  OFFLINE  ·  LINE-INTERACTIVE  ·  ONLINE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é a base de toda a infraestrutura. Provedores externos controlam o fornecimento — precisamos de sistemas redundantes para garantir disponibilidade mesmo em interrupções.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1480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2999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— Uninterruptible Power Supply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8862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Baterias internas mantêm sistemas durante interrupções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Blackout: sem energia  ·  Brownout: queda de voltagem  ·  Surge: sobretensão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Offline/Standby: switch automático quando energia principal falha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Line-Interactive: aumenta voltagem gradualmente em brownouts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(Double Conversion): sempre roda na bateria — máxima proteção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 sistemas graciosamente antes da bateria esgotar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Capacidade: escolher UPS grande o suficiente para o tempo necessário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64208"/>
            <a:ext cx="36576" cy="2999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556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84832"/>
            <a:ext cx="39319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 longo prazo — enquanto tiver combustível, gera energia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alimentar prédio inteiro ou seção específica (tomadas marcadas)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~1 minuto para atingir plena capacidade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ideal: UPS + Gerador juntos: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Interrupção → UPS assume imediatamente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começa a ligar (~1 minuto)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cobre o período de partida do gerador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assume → sistemas transferidos para energia do gerador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Monitoring and Tools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consolida logs de múltiplas fontes para correlação e relatórios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2022: média de 9 meses para detectar e conter uma violação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acionáveis: mostram O QUE FAZER — dispositivos não conformes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 (NIST): padroniza linguagem entre ferramentas de segurança diferentes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DLP: bloqueia exfiltração de dados sensíveis para fora da rede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Trap: alerta proativo. Polling: consulta periódica. NetFlow: fluxos de tráfego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= incremental para VMs. Replicação = tempo quase real para DR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Journaling: grava no diário antes do DB — corrige corrupção por queda de energia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DEVEM ser criptografados — roubo de mídia não expõe dados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Tabletop: identifica lacunas. Failover Test: testa switchover automático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Online (Double Conversion): sempre na bateria — máxima proteção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cobre o ~1 minuto de partida do gerador — usar os dois juntos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Security Monitoring and Tools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4.4 Security Monitoring and Tools</dc:title>
  <dc:subject>PptxGenJS Presentation</dc:subject>
  <dc:creator>PptxGenJS</dc:creator>
  <cp:lastModifiedBy>PptxGenJS</cp:lastModifiedBy>
  <cp:revision>1</cp:revision>
  <dcterms:created xsi:type="dcterms:W3CDTF">2026-03-21T01:16:39Z</dcterms:created>
  <dcterms:modified xsi:type="dcterms:W3CDTF">2026-03-21T01:16:39Z</dcterms:modified>
</cp:coreProperties>
</file>