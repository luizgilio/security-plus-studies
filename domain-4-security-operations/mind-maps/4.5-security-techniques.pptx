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4  —  SECURITY OPERATIONS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Techniques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· Web Filtering · OS Security · Secure Protocols · Email · DLP · Endpoint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 · IPS · Implied Deny · Web Filter · DNS Filtering · Proxy · Active Directory · Group Policy · SELinux · DAC/MAC · Protocolos Seguros · SPF · DKIM · DMARC · FIM · DLP · EDR · XDR · UBA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e IPS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  ·  REGRAS  ·  IMPLIED DENY  ·  IPS ASSINATURA  ·  IPS ANOMALIA  ·  DMZ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221284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22128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E NGFW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tradicional: Camada 4 — filtra por número de porta TCP/UDP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NGFW: Camada 7 — filtra por APLICAÇÃO (Deep Packet Inspection)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 também chamado: Application Layer Gateway, Stateful Multi-layer Inspection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adicionais: VPN concentrator, roteador (Camada 3), NAT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Deny: tráfego que não corresponde a nenhuma regra é BLOQUEADO automaticamente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avaliadas de CIMA para BAIXO — primeira que corresponde é aplicada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221284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22128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baseado em Assinatura: procura padrões específicos de tráfego malicioso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baseado em Anomalia: detecta comportamentos incomuns mesmo sem assinatura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 com IPS integrado: bloqueia vulnerabilidades agrupadas (ex: todas injeções SQL)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IPS funcionam como regras de firewall — avaliadas em sequência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3511296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POLÍTICA DE FIREWALL (NGFW)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2011680" cy="86868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94760"/>
            <a:ext cx="27432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840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9768" y="40690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SSH (22), HTTP (80), HTTPS (443), RDP (3389)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68880" y="3794760"/>
            <a:ext cx="2011680" cy="86868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3794760"/>
            <a:ext cx="27432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3840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78608" y="40690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DNS (UDP 53) e NTP (UDP 123)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3794760"/>
            <a:ext cx="2011680" cy="86868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3794760"/>
            <a:ext cx="2743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3840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27448" y="40690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ICMP (Ping)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66560" y="3794760"/>
            <a:ext cx="2011680" cy="86868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3794760"/>
            <a:ext cx="2743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3840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76288" y="40690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Deny: todo o resto bloqueado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Security Techniques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Filtering e Protocolos Seguros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FILTER  ·  DNS FILTER  ·  PROXY  ·  PROTOCOLOS SEGUROS  ·  SSH  ·  HTTPS  ·  SFTP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FILTERING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URL/Conteúdo: controla dados que entram e saem da rede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Categorias: bloqueia por tipo de site (apostas, adulto, malware, hacking)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Reputação do site: Confiável → Suspeito → Risco Alto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 geralmente inclui filtragem de URL integrada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Agent-based: filtro instalado no dispositivo — funciona fora da rede corporativa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Filtering: servidor DNS não resolve domínios maliciosos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C2 de malware — malware não consegue contatar servidor de comando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Proxy: cliente → Proxy → Internet. Verifica URL e malware antes de retornar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SEGUROS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inseguros transmitem em TEXTO CLARO — qualquer um pode ler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of Sheep (DEF CON): lista de quem usa protocolos inseguros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Substituições obrigatórias: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 (23) → SSH (22)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(80) → HTTPS (443)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(21) → SFTP (22)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(143) → IMAPS (993)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POP3 (110) → POP3S (995)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diferente = indício de protocolo seguro — mas verificar captura de pacotes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VPN: criptografa TUDO independente do protocolo usado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Security Techniques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Security e Email Security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 ·  GROUP POLICY  ·  SELinux  ·  DAC/MAC  ·  SPF  ·  DKIM  ·  DMARC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E GROUP POLICY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Directory: banco de dados central com computadores, usuários, grupos, impressoras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autenticação centralizada via Kerberos/LDAP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por usuário individual ou grupo de segurança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 (GPO): define configurações e políticas de segurança para todos os dispositivos/usuários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Aplica: scripts de login, QoS, parâmetros de segurança, restrições de software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Gerenciado via Group Policy Management Console (GPMC)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DAC: usuário define suas próprias permissões (padrão)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MAC / SELinux: admin central define tudo. Least Privilege obrigatório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SECURITY: SPF, DKIM E DMARC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SMTP não tem verificação de autenticidade — e-mail pode ser falsificado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Gateway: guardião de todo e-mail da organização — decide spam ou legítimo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(Sender Policy Framework):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DNS que define quais servidores podem enviar e-mail pelo domínio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DKIM (DomainKeys Identified Mail):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 digitalmente e-mails saindo. Destinatário verifica via chave pública no DNS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DMARC (Domain-based Message Authentication, Reporting and Conformance):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que fazer quando SPF ou DKIM falham: aceitar, quarentena ou rejeitar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+ DKIM + DMARC = trio de proteção de e-mail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Security Techniques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e Endpoint Security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 ·  DLP  ·  USB BLOCKING  ·  EDR  ·  XDR  ·  UBA  ·  NAC  ·  POSTURE ASSESSMENT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E DLP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4963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(File Integrity Monitor): alerta sobre alterações em arquivos que não deveriam mudar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System File Checker (sfc). Linux: Tripwire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DLP: monitora e bloqueia transferência de dados sensíveis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Use: agente no endpoint. Data in Motion: rede/NGFW. Data at Rest: sistema de arquivos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Blocking: DoD 2008 — worm via USB baniu mídias flash na rede militar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DLP: monitora tráfego de apps cloud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E XDR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24963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EDR: análise comportamental + ML + monitoramento de processos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causa raiz: como a infecção ocorreu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automatizada: isola, quarentena, reverte — sem intervenção humana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XDR: estende EDR para múltiplos endpoints + fontes de rede + logs de servidor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mais ampla e correlacionada da ameaça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UBA: baseline do comportamento do usuário — detecta anomalias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65176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70432"/>
            <a:ext cx="36576" cy="3493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43584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 E POSTURE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499616"/>
            <a:ext cx="24231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5448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NAC: controla acesso à rede baseado em conformidade do dispositivo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Assessment verifica: antivírus, patches, criptografia de disco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persistente: instalado permanentemente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dissolvível: executa no login e se auto-exclui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(sem agente): integrado ao Active Directory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Falhou: quarentena em VLAN isolada com instruções de remediação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Security Techniques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Deny: tráfego sem regra correspondente é BLOQUEADO automaticamente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firewall: avaliadas de CIMA para BAIXO — mais específica primeiro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 = Camada 7 = por aplicação. Firewall tradicional = Camada 4 = por porta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Filtering: bloqueia resolução de domínios maliciosos — impede C2 de malware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filter: funciona fora da rede corporativa — ideal para home office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SPF: quem pode enviar. DKIM: assina digitalmente. DMARC: o que fazer se falhar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+ Group Policy: gerenciamento centralizado de Windows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SELinux: MAC para Linux — Least Privilege gerenciado pelo admin central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FIM: detecta alterações em arquivos que não deveriam mudar (sfc, Tripwire)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DLP: Data in Use (agente), Data in Motion (rede), Data at Rest (sistema de arquivos)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EDR: comportamental + ML + autônomo. XDR: correlaciona múltiplas fontes. UBA: baseline do usuário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 + Posture: falhou verificação → quarentena em VLAN isolada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Security Techniques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4.5 Security Techniques</dc:title>
  <dc:subject>PptxGenJS Presentation</dc:subject>
  <dc:creator>PptxGenJS</dc:creator>
  <cp:lastModifiedBy>PptxGenJS</cp:lastModifiedBy>
  <cp:revision>1</cp:revision>
  <dcterms:created xsi:type="dcterms:W3CDTF">2026-03-21T01:20:25Z</dcterms:created>
  <dcterms:modified xsi:type="dcterms:W3CDTF">2026-03-21T01:20:25Z</dcterms:modified>
</cp:coreProperties>
</file>