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4  —  SECURITY OPERATIONS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Identity and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 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Access Controls · MFA · Secure Passwords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Provisioning · Identity Proofing · SSO · LDAP · SAML · OAuth · OpenID · Federação · MAC · DAC · RBAC · ABAC · RuBAC · MFA · Fatores de Autenticação · Senha · Passwordless · JIT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e Protocolos de Autenticação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 ·  PROVISIONING  ·  SSO  ·  LDAP  ·  SAML  ·  OAuth  ·  OpenID  ·  FEDERAÇÃO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— CONCEITOS FUNDAMENTAIS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IAM: permissões certas para pessoas certas no momento certo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no onboarding, termina no offboarding — e muda no meio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Provisioning: criar conta com atributos e permissões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Deprovisioning: desativar conta ao sair da organização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Proofing: verificar que o usuário é quem diz ser (documentos, reunião presencial)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Atestação: validação formal da identidade — passaporte, carteira de motorista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(Single Sign-On): login único → acesso a todos os recursos por 24h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Federação: usa credenciais de terceiros (Google, Facebook) para autenticar em outros sites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LDAP, SAML E OAuth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LDAP: protocolo para acessar grandes diretórios de dados (padrão X.500)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Distinguished Name: CN=nome, OU=depto, O=empresa, C=país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usa LDAP internamente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SAML: autenticação via banco de dados de terceiros — gera token SAML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não foi projetado para dispositivos móveis — limitação importante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OAuth: framework de AUTORIZAÇÃO — define a quais recursos o usuário tem acesso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OpenID: fornece AUTENTICAÇÃO. OAuth + OpenID = autenticação + autorização completas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'Entrar com Google' em app de terceiros = OAuth + OpenID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Identity and Access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Controle de Acesso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 ·  DAC  ·  RBAC  ·  RuBAC  ·  ABAC  ·  LEAST PRIVILEGE  ·  TIME-OF-DAY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" cy="8961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— Mandatory Access Control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central atribui rótulos (confidencial, secreto, ultrassecreto). Usuário NÃO controla. Ambientes de alta segurança. SELinux implementa MAC no Linux.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261872"/>
            <a:ext cx="27432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2529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— Discretionary Access Control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499616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CRIADOR dos dados decide quem acessa e como. Flexível mas menos seguro — depende de cada usuário configurar corretamente. Padrão no Windows/Linux.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68880"/>
            <a:ext cx="27432" cy="8961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Role-Based Access Control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70662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baseado na FUNÇÃO do usuário (gerente, diretor, dev). Admin cria grupos e atribui permissões ao grupo. Usuário herda as permissões do grupo.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468880"/>
            <a:ext cx="27432" cy="8961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43230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RuBAC — Rule-Based Access Control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2706624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criadas pelo admin associadas a objetos. Ex: acesso ao lab apenas entre 9h-17h, formulário web só pelo Chrome. Usuário verificado na base de regras.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584448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675888"/>
            <a:ext cx="27432" cy="8961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393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 — Attribute-Based Access Control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MÚLTIPLOS critérios simultaneamente: IP, hora do dia, ação desejada, relacionamento com os dados. A geração mais avançada de controle de acesso.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584448"/>
            <a:ext cx="4251960" cy="1078992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75888"/>
            <a:ext cx="27432" cy="8961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393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Restriction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3913632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ou nega acesso baseado no horário. Ex: sala de treinamento inacessível entre meia-noite e 6h. Pode incluir fuso horário do usuário.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Identity and Access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 Fatores de Autenticação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VOCÊ SABE  ·  TEM  ·  É  ·  ONDE VOCÊ ESTÁ  ·  MFA VERDADEIRO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8503920" cy="42062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6576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verdadeiro combina fatores de TIPOS DIFERENTES. Dois fatores do mesmo tipo (senha + PIN = dois 'algo que você sabe') NÃO é MFA real.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4251960" cy="140817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55648"/>
            <a:ext cx="27432" cy="122529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VOCÊ SABE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84248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2996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(mais popular — memorizada)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(4 dígitos — caixa eletrônico)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desbloqueio no celular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a perguntas de segurança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664208"/>
            <a:ext cx="4251960" cy="140817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755648"/>
            <a:ext cx="27432" cy="1225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71907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VOCÊ TEM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92040" y="1984248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029968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card (+ PIN = MFA)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de segurança USB (certificado pessoal)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hardware (número pseudoaleatório sincronizado com servidor)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software / app de autenticação no celular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4251960" cy="140817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291840"/>
            <a:ext cx="27432" cy="12252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5526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VOCÊ É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Biometria: impressão digital, voz, face, íris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representação matemática — não a imagem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alterar — difícil de roubar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junto com outro fator — biometria pode ser contornada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4251960" cy="1408176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291840"/>
            <a:ext cx="27432" cy="1225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25526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ESTÁ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3520440"/>
            <a:ext cx="402336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56616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Geolocalização: GPS, endereço IP, celular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 país diferente minutos após login local = bloqueado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Viagem Impossível = IOC + fator de autenticação reprovado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não é perfeito — IPv6 mais difícil de geolocalizar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Identity and Access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Senhas e Passwordless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 ·  EXPIRAÇÃO  ·  HISTÓRICO  ·  GERENCIADOR  ·  PASSWORDLESS  ·  JIT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3493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SENHAS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maiúscula + minúscula + número + especial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 mínimo: 8+ caracteres (aumentando com poder computacional)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entropia = mais difícil de quebrar por força bruta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Expiração: admin define prazo de validade (30/60/90 dias)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senhas: impede reutilização das últimas N senhas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Gerenciador de senhas: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criptografado — uma senha mestra ou MFA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senhas aleatórias e fortes automaticamente por site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diferente para cada conta — violação de um não compromete todos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349300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3493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E JIT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Passwordless: elimina senha tradicional — menos phishing, menos reutilização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Métodos: biometria (face, digital), PIN do Windows Hello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Geralmente combinado com outro fator na configuração inicial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— Just-in-Time Permissions: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administrativo temporário — somente quando necessário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efêmeras: criadas para a sessão e excluídas ao final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contra roubo de credenciais privilegiadas permanentes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do Least Privilege aplicado no tempo, não só no escopo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Identity and Access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IAM: permissões certas + pessoas certas + momento certo. Provisioning → Deprovisioning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SSO: login único → acesso a tudo por 24h. LDAP: protocolo de diretório (X.500)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SAML: banco de dados de terceiros, gera token. NÃO foi projetado para mobile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= AUTORIZAÇÃO. OpenID = AUTENTICAÇÃO. Juntos = autenticação completa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MAC: admin controla tudo (rótulos). DAC: criador dos dados controla. RBAC: por função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ABAC: múltiplos atributos simultâneos — geração mais avançada de controle de acesso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verdadeiro: fatores de TIPOS diferentes. Senha + PIN = NÃO é MFA real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= senha/PIN. Tem = token/smartcard. É = biometria. Está = geolocalização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Biometria deve ser combinada com outro fator — pode ser contornada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Gerenciador de senhas: senha diferente por site = violação de um não compromete todos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Passwordless: biometria ou PIN — elimina senha tradicional e phishing de credencial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JIT: credenciais temporárias efêmeras — excluídas após a sessão administrativa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4  ·  Identity and Access Management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4.6 Identity and Access Management</dc:title>
  <dc:subject>PptxGenJS Presentation</dc:subject>
  <dc:creator>PptxGenJS</dc:creator>
  <cp:lastModifiedBy>PptxGenJS</cp:lastModifiedBy>
  <cp:revision>1</cp:revision>
  <dcterms:created xsi:type="dcterms:W3CDTF">2026-03-21T01:24:52Z</dcterms:created>
  <dcterms:modified xsi:type="dcterms:W3CDTF">2026-03-21T01:24:52Z</dcterms:modified>
</cp:coreProperties>
</file>