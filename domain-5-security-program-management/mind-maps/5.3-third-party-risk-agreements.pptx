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5  —  SECURITY PROGRAM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Third-party Risk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Agreement Types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· Supply Chain · Contratos · SLA · NDA · MSA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 · Rules of Engagement · Right to Audit · Supply Chain · SolarWinds · Due Diligence · Conflict of Interest · SLA · MOU · MOA · MSA · SOW · NDA · BPA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Risco de Terceiros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 ·  RIGHT TO AUDIT  ·  SUPPLY CHAIN  ·  DUE DILIGENCE  ·  MONITORAMENTO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E AUDITORIA DE FORNECEDORES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Terceiros têm acesso a dados confidenciais — exigir padrões de segurança no contrato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 de fornecedor: busca explorar ativamente vulnerabilidades. Contrato pode exigir testes regulares por empresa especializada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Engagement: escopo, dispositivos testados, horários, contatos de emergência, como tratar dados sensíveis encontrados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Audit: cláusula contratual que permite verificar controles de segurança do fornecedor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por terceiros independentes — foco em: gestão de acesso, offboarding, senhas e acesso VPN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Questionários de Segurança: DR, armazenamento de dados, práticas de TI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 DUE DILIGENCE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analisa todo o processo desde matéria-prima até produto final — identifica riscos em cada etapa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2020: atacantes inseriram malware em atualização legítima → milhares de clientes afetados — caso clássico de supply chain attack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Diligence: investigar saúde financeira, segurança e reputação antes de fechar negócio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de Interesses: fornecedor que trabalha com concorrente, parentesco entre executivos — compromete o julgamento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contínuo: saúde financeira, análises de segurança de TI e notícias/redes sociais após assinar contrato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independentes: perspectiva externa + conhecimento amplo de mercado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Third-party Risk &amp; Agreement Types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Acordos e Contratos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 ·  MOU  ·  MOA  ·  MSA  ·  SOW  ·  NDA  ·  BPA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formalidade crescente em parcerias: MOU (mais informal) → MOA → MSA + SOW (mais formal/vinculativo)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706624" cy="1389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1389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4086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requisitos mínimos de serviço com terceiros. Ex: máximo 4h de downtime, SLA de reposição de equipamento em 2h, técnico no local.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1664208"/>
            <a:ext cx="2706624" cy="1389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1664208"/>
            <a:ext cx="36576" cy="1389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7190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06654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 of Understanding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10128" y="228600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34086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amplos de colaboração. Informal — não é contrato assinado. Pode incluir cláusulas de confidencialidade. Visão geral da parceria futura.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25896" y="1664208"/>
            <a:ext cx="2706624" cy="1389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5896" y="1664208"/>
            <a:ext cx="36576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7190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63056" y="206654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 of Agreement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63056" y="228600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34086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passo acima do MOU — mais detalhes sobre o relacionamento. Pode ter informações legalmente vinculativas, mas não é contrato com enforcement legal.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2706624" cy="1389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0"/>
            <a:ext cx="36576" cy="13898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552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MSA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3602736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Service Agreement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822192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7705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legal que define termos entre as organizações. Base para trabalhos futuros — cobrança, pagamento, termos gerais. Complementado pelo SOW.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72968" y="3200400"/>
            <a:ext cx="2706624" cy="1389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2968" y="3200400"/>
            <a:ext cx="36576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2552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10128" y="3602736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Work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10128" y="3822192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87705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 serviços específicos: escopo, local, cronograma, entregas esperadas. Usado com MSA — evita renegociar termos básicos a cada projeto.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25896" y="3200400"/>
            <a:ext cx="2706624" cy="1389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25896" y="3200400"/>
            <a:ext cx="36576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63056" y="32552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NDA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63056" y="3602736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Non-Disclosure Agreement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63056" y="3822192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387705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 contratual. Unilateral (1 parte), bilateral/mútuo (2 partes) ou multilateral (3+ partes). Ambas assinam ANTES de discutir segredos comerciais.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Third-party Risk &amp; Agreement Types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e Resumo dos Acordos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 ·  PARTICIPAÇÃO ACIONÁRIA  ·  DECISÕES  ·  DISASTER RECOVERY  ·  NDA TIPOS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8503920" cy="14813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— Business Partners Agreement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832104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83210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os detalhes financeiros da parceria — participação acionária, quem toma decisões de negócio, como a empresa funciona com a parceria. CRUCIAL: também documenta o que acontece quando algo dá errado — problemas financeiros entre sócios, desastre que feche a empresa, dissolução da parceria.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79806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COMPARATIVO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3072384"/>
            <a:ext cx="13716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3072384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91640" y="3072384"/>
            <a:ext cx="16459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46504" y="307238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Formalidade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337560" y="3072384"/>
            <a:ext cx="34747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307238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12280" y="3072384"/>
            <a:ext cx="18288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307238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3319272"/>
            <a:ext cx="137160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3319272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3319272"/>
            <a:ext cx="164592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6504" y="331927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informal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3319272"/>
            <a:ext cx="347472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331927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amplos, não vinculativo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3319272"/>
            <a:ext cx="182880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331927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 conversa de parceria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566160"/>
            <a:ext cx="13716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356616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6459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46504" y="356616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Semi-formal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3566160"/>
            <a:ext cx="34747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5661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detalhado, alguns itens vinculativos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12280" y="3566160"/>
            <a:ext cx="18288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356616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 na parceria com compromisso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813048"/>
            <a:ext cx="137160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3813048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91640" y="3813048"/>
            <a:ext cx="164592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46504" y="381304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formal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3813048"/>
            <a:ext cx="347472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92424" y="381304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para todos os trabalhos futuros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12280" y="3813048"/>
            <a:ext cx="182880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381304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de longo prazo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4059936"/>
            <a:ext cx="13716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4059936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91640" y="4059936"/>
            <a:ext cx="16459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46504" y="405993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MSA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37560" y="4059936"/>
            <a:ext cx="34747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92424" y="40599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 trabalho específico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12280" y="4059936"/>
            <a:ext cx="18288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405993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dentro do MSA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4306824"/>
            <a:ext cx="137160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" y="4306824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91640" y="4306824"/>
            <a:ext cx="164592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46504" y="430682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formal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337560" y="4306824"/>
            <a:ext cx="347472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92424" y="430682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 contratual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12280" y="4306824"/>
            <a:ext cx="1828800" cy="246888"/>
          </a:xfrm>
          <a:prstGeom prst="rect">
            <a:avLst/>
          </a:prstGeom>
          <a:solidFill>
            <a:srgbClr val="24304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67144" y="430682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discutir informações sensíveis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553712"/>
            <a:ext cx="13716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4553712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91640" y="4553712"/>
            <a:ext cx="16459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46504" y="455371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formal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337560" y="4553712"/>
            <a:ext cx="347472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92424" y="455371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de negócios, equity, decisões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812280" y="4553712"/>
            <a:ext cx="1828800" cy="2468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67144" y="455371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uma sociedade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Third-party Risk &amp; Agreement Types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Audit: cláusula contratual que permite verificar segurança do fornecedor.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2020: malware em atualização legítima = supply chain attack clássico.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Diligence: investigar financeiro, segurança e reputação ANTES de fechar negócio.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Engagement: obrigatório antes de pen test em fornecedor — escopo, horários, contatos.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requisitos mínimos de serviço (uptime, tempo de resposta, reposição de equipamento).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= informal, não vinculativo. MOA = mais detalhado, alguns itens vinculativos.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= base legal para relacionamento de longo prazo. SOW = detalha trabalho específico.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Unilateral = 1 parte se compromete. Bilateral = ambas. Multilateral = 3+ partes.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BPA: define quem decide, participação acionária E o que fazer se a parceria falhar.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de Interesses: fornecedor com concorrente ou parentesco entre executivos.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contínuo: saúde financeira + segurança TI + notícias após assinar contrato.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crescente de formalidade: MOU → MOA → MSA/SOW/NDA/BPA.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Third-party Risk &amp; Agreement Types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5.3 Third-party Risk &amp; Agreements</dc:title>
  <dc:subject>PptxGenJS Presentation</dc:subject>
  <dc:creator>PptxGenJS</dc:creator>
  <cp:lastModifiedBy>PptxGenJS</cp:lastModifiedBy>
  <cp:revision>1</cp:revision>
  <dcterms:created xsi:type="dcterms:W3CDTF">2026-03-27T18:25:14Z</dcterms:created>
  <dcterms:modified xsi:type="dcterms:W3CDTF">2026-03-27T18:25:14Z</dcterms:modified>
</cp:coreProperties>
</file>