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11480"/>
            <a:ext cx="201168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5  —  SECURITY PROGRAM MANAGEMENT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Awareness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User Training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· Comportamento Anômalo · Treinamento · Consciência Situacional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78892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9077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Phishing · Reconhecimento de Phishing · Comportamento de Risco · Comportamento Inesperado · Comportamento Não Intencional · Equipe de Conscientização · Métricas · Consciência Situacional · Insider Threat · OPSEC · Mídia Removível · Trabalho Remoto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·  Security+ SY0-701  ·  github.com/LuizGilio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 Comportamento Anômalo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PHISHING  ·  RECONHECIMENTO  ·  RISCO  ·  INESPERADO  ·  NÃO INTENCIONAL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48716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487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PHISHING INTERNO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e-mails de phishing simulados para toda a base de usuários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interna ou terceirizada — processo totalmente automatizado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Relata: aberturas, cliques e interações para console central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que clica: recebe aviso automático + treinamento obrigatório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também o filtro de e-mail — phishing real deve ser bloqueado antes da caixa de entrada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para reportar phishing suspeito deve ser bem conhecido por todos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2487168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2487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RECONHECER PHISHING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1975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de ortografia ou gramática na mensagem e no link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de domínio inconsistente com o remetente real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Anexos incomuns ou inesperados = sinal de alerta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informações pessoais ou credenciais de login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clicar em link dentro de e-mail desconhecido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executar anexo de e-mail não solicitado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0040" y="3785616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COMPORTAMENTO ANÔMALO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4059936"/>
            <a:ext cx="2724912" cy="69494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4059936"/>
            <a:ext cx="36576" cy="6949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40965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de Risco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29768" y="431596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arquivo host, substituir arquivo do SO, fazer upload de arquivos confidenciais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72968" y="4059936"/>
            <a:ext cx="2724912" cy="69494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72968" y="4059936"/>
            <a:ext cx="36576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82696" y="40965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Inesperado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82696" y="431596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 outro país, aumento incomum de transferências de dados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25896" y="4059936"/>
            <a:ext cx="2724912" cy="694944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25896" y="4059936"/>
            <a:ext cx="36576" cy="6949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4096512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Não Intencional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35624" y="431596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em domínio, pen drive perdido, configurações de segurança incorretas por engano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Security Awareness and User Training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Usuários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CONSCIENTIZAÇÃO  ·  INSIDER THREAT  ·  OPSEC  ·  MÍDIA REMOVÍVEL  ·  TRABALHO REMOTO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4114800" cy="21762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36576" cy="21762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E CONSCIENTIZAÇÃO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8862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Fornecer treinamento ANTES de conectar à rede pela primeira vez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por função: contabilidade ≠ expedição ≠ TI ≠ RH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terceiros: contratados, parceiros e fornecedores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documentadas na intranet e no manual do funcionário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Conscientização: e-mails, pôsteres, treinamentos online e presenciais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taxa de clique em phishing, adoção de MFA e gerenciadores de senha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70432"/>
            <a:ext cx="4160520" cy="2176272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170432"/>
            <a:ext cx="36576" cy="21762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61872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E OPSEC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517904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591056"/>
            <a:ext cx="393192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threat: difícil de identificar — abordagem multifatorial necessária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aprovações para mudanças em processos críticos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ativo de arquivos — alerta imediato em qualquer mudança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OPSEC: usuários devem interpretar segurança sob perspectiva do atacante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Consciência Situacional: sempre procurar ameaças — e-mails, URLs, phishing por SMS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474720"/>
            <a:ext cx="4114800" cy="124358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474720"/>
            <a:ext cx="36576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66160"/>
            <a:ext cx="39136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REMOVÍVEL E CABOS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822192"/>
            <a:ext cx="388620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95344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drive desconhecido conectado = possível infecção por malware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 físicos: envelope oficial com pen drive = armadilha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usar cabo desconhecido para carregar dispositivo móvel (juice jacking)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474720"/>
            <a:ext cx="4160520" cy="1243584"/>
          </a:xfrm>
          <a:prstGeom prst="rect">
            <a:avLst/>
          </a:prstGeom>
          <a:solidFill>
            <a:srgbClr val="1F1F1F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474720"/>
            <a:ext cx="36576" cy="12435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566160"/>
            <a:ext cx="39593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REMOTO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00600" y="3822192"/>
            <a:ext cx="3931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895344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permitir que família ou amigos acessem dispositivos de trabalho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endpoint adicional para dispositivos fora do escritório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e segurança reforçada para todos os acessos VPN remotos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Security Awareness and User Training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1371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phishing interna: descobre quantos usuários clicam. Automatizada com métricas.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32688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84124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que clica em phishing: recebe aviso automático + treinamento obrigatório.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627632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phishing: erros de gramática, domínio inconsistente, anexos suspeitos, pedido de credenciais.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536192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627632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5361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de Risco = modificar arquivos do SO. Inesperado = login de outro país.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322576"/>
            <a:ext cx="27432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Não Intencional = erros humanos: typo em domínio, pen drive perdido.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231136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22576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2311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ANTES de conectar à rede. Por função: contabilidade ≠ TI ≠ expedição.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27432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terceiros no treinamento: contratados, parceiros e fornecedores externos.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017520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926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Consciência Situacional: sempre procurar ameaças — e-mail, SMS, links, USB físico.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OPSEC: usuários interpretam segurança sob perspectiva do atacante.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21024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12464"/>
            <a:ext cx="27432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62102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Threat: difícil de identificar. Múltiplas aprovações + monitoramento de arquivos.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407408"/>
            <a:ext cx="27432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usar cabo desconhecido para carregar celular — juice jacking attack.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15968"/>
            <a:ext cx="4251960" cy="566928"/>
          </a:xfrm>
          <a:prstGeom prst="rect">
            <a:avLst/>
          </a:prstGeom>
          <a:solidFill>
            <a:srgbClr val="1F1F1F"/>
          </a:solidFill>
          <a:ln w="381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407408"/>
            <a:ext cx="27432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9472" y="431596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taxa de clique em phishing, adoção de MFA, uso de gerenciadores de senha.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Security+ SY0-701  ·  Domínio 5  ·  Security Awareness and User Training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5.6 Security Awareness and User Training</dc:title>
  <dc:subject>PptxGenJS Presentation</dc:subject>
  <dc:creator>PptxGenJS</dc:creator>
  <cp:lastModifiedBy>PptxGenJS</cp:lastModifiedBy>
  <cp:revision>1</cp:revision>
  <dcterms:created xsi:type="dcterms:W3CDTF">2026-03-27T18:42:16Z</dcterms:created>
  <dcterms:modified xsi:type="dcterms:W3CDTF">2026-03-27T18:42:16Z</dcterms:modified>
</cp:coreProperties>
</file>