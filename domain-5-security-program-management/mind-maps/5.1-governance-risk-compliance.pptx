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GOVERNANCE, RISK AND COMPLIANCE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Policies &amp; Governance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· Padrões · Procedimentos · Regulamentos · Data Roles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· BCP · DRP · SDLC · Change Management · Backout Plan · Onboarding · Offboarding · Playbooks · SOAR · Governança · SOX · HIPAA · Data Sovereignty · Data Owner · Data Custodian · Data Controller · Data Processor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 ·  BCP  ·  DRP  ·  SDLC  ·  CHANGE MANAGEMENT  ·  BACKOUT PLAN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— Acceptable Use Policy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usuários podem fazer com a tecnologia corporativa (computadores, celulares). Protege a organização de responsabilidade legal caso funcionário não siga as regras.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— Business Continuity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negócio funcionando quando tecnologia está indisponível. Ex: processar cartões manualmente durante queda de rede. Garante continuidade operacional.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— Disaster Recovery Plan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formal para desastres amplos ou de longa duração (tornados, falhas de sistema). Define locais de recuperação, restauração de dados e aplicações.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— Software Dev Lifecycle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desde a ideia até a implantação. Waterfall: linear e sequencial. Agile: iterativo e rápido — design, desenvolvimento, teste e revisão em ciclos curtos.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2743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para implementar mudanças sem causar impactos negativos. Requer: documentação, duração, processo de instalação e Backout Plan (rollback) se algo der errado.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75888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Policy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lidar com malware, DDoS, roubo de dados. Inclui papéis: equipe IR, gerentes de TI, oficiais de conformidade. Referência: NIST SP 800-61.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 ·  CONTROLE DE ACESSO  ·  SEGURANÇA FÍSICA  ·  CRIPTOGRAFIA  ·  ISO  ·  NIST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definem o HOW — enquanto políticas definem o WHAT. ISO e NIST são as principais referências. Organizações podem criar os próprios ou adotar padrões existentes.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2999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TÉCNICOS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complexidade, tamanho mínimo, expiração, histórico, armazenamento como hash+salt, gerenciadores aceitos, resets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Acesso: MAC vs DAC, processo de aprovação de acesso, expiração de conta, remoção ao desligar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Criptografia: algoritmos aceitos (AES-256, SHA-256), dados at rest vs in transit vs in use, salted hash para senhas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atualizar: nova vulnerabilidade, mudança de SO, novo app, mudança regulatória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2999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Crachá de identificação obrigatório para acesso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políticas: funcionários, contratados e visitantes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fechadura: biometria, cartão magnético, PIN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e detecção de movimento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Escolta obrigatória para visitantes em áreas restritas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físico: revogar crachá e acesso biométrico imediatamente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e Governança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  ·  ONBOARDING  ·  OFFBOARDING  ·  PLAYBOOKS  ·  SOAR  ·  GOVERNANÇA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19385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1938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— PROCESSO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o que exatamente vai mudar? 1 servidor? Todo o SO?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impacta o sistema todo ou apenas um app específico?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formal + aprovação do usuário final afetado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Board: analisa, aprova e agenda as mudanças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Plan: se algo der errado, voltar ao estado anterior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Documentação: registrar o que foi alterado para todos saberem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19385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19385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 OFFBOARDING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AUP assinada, conta criada, permissões corretas, hardware entregue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Offboarding: o que acontece com hardware e dados do usuário?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conta (não deletar) — chaves de descriptografia e dados podem ser necessários depois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Revogar todos os acessos físicos e lógicos imediatamente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14800" cy="151790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36976"/>
            <a:ext cx="36576" cy="15179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E SOAR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Playbooks: passos exatos para cada tipo de evento (violação, ransomware, DDoS)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SOAR: integra ferramentas de terceiros e automatiza tarefas repetitivas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contínua: novas ameaças exigem novos playbooks e atualizações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36976"/>
            <a:ext cx="4160520" cy="151790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36976"/>
            <a:ext cx="36576" cy="15179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328416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3584448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57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Conselho: define objetivos amplos. Comitê: define como implementar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Centralizada: um grupo decide por toda a org.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Descentralizada: decisões nos níveis mais próximos do trabalho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público: reuniões abertas ao público, requisitos legais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Regulamentos e Considerações Legais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 ·  HIPAA  ·  LGPD/GDPR  ·  DATA SOVEREIGNTY  ·  LEGAL HOLD  ·  BREACH DISCLOSURE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— Sarbanes-Oxley (2002)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Company Accounting Reform. Protege dados financeiros corporativos. TI: garantir que dados financeiros estejam protegidos e disponíveis para as pessoas adequadas.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— Health Insurance Portability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informações de saúde (PHI). Cobre armazenamento, transferência e divulgação a terceiros. Criptografia extensiva obrigatória em ambientes de saúde.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num país = leis daquele país se aplicam. Alguns países exigem que dados de cidadãos permaneçam dentro das fronteiras nacionais. GDPR = dados da UE na UE.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e Breach Disclosure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Hold: preservar dados para procedimentos legais futuros. Breach Disclosure: violação descoberta = obrigatório divulgar no prazo legal. Prazo varia por jurisdição.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Críticos (Utilidades, Saúde)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Utilidades/Energia: air-gapped, requisitos rígidos de acesso. Saúde: dados disponíveis para todos os profissionais mas altamente protegidos — criptografia extensiva.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75888"/>
            <a:ext cx="27432" cy="8961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Geográfico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Local/Regional: dados da cidade/estado. Nacional: defesa, comunicação entre estados. Global: escritórios em múltiplos países = múltiplas leis de proteção de dados.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Roles and Responsibilities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 ·  CONTROLLER  ·  PROCESSOR  ·  CUSTODIAN  ·  STEWARD  ·  SENSITIVITY LABELS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6276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" cy="1408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nível — responsável final pelos dados de uma área de negócio. Supervisiona todos os aspectos e é ultimamente responsável.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VP de Vendas = dono dos dados de clientes. Tesoureiro = dono dos dados financeiros.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51960" cy="16276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27432" cy="14081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435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517904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7276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como os dados serão usados. Fornece instruções ao Data Processor. Responsável pela finalidade do processamento.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13055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Departamento de folha de pagamento — decide como os dados serão usados.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251960" cy="16276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35808"/>
            <a:ext cx="27432" cy="14081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92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2841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os dados conforme instrução do Controller. Acessa dados de usuários e detalhes bancários. Executa o processamento real.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Empresa de folha de pagamento terceirizada — processa salários conforme instrução.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251960" cy="16276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035808"/>
            <a:ext cx="27432" cy="1408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992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Custodian / Steward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273552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2841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segurança e precisão dos dados. Atribui Sensitivity Labels e associa controles de acesso. Garante conformidade com leis e regulamentos.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8862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Time de TI responsável por segurança, precisão e privacidade dos dados.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AUP: define o que usuários podem fazer com tecnologia corporativa — protege legalmente a org.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BCP: manter negócio funcionando quando TI falha. DRP: plano para desastres amplos/longos.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Plan: obrigatório no Change Management — como reverter se algo der errado.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Offboarding: desativar conta (NÃO deletar) — chaves de criptografia podem ser necessárias.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passos exatos para cada tipo de incidente (violação, ransomware, DDoS).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SOAR: orquestra ferramentas e automatiza tarefas repetitivas — libera analistas.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SOX: proteção de dados financeiros. HIPAA: proteção de dados de saúde (PHI).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Sovereignty: dados sujeitos às leis do país onde estão armazenados.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Disclosure: violação descoberta = obrigatório divulgar no prazo legal da jurisdição.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Owner: alto nível, responsável final. Custodian: segurança + labels + conformidade.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decide como usar os dados. Processor: executa o processamento conforme instrução.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Waterfall: linear. Agile: iterativo e rápido. Change Control Board: aprova mudanças.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Governance, Risk and Compliance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5.1 Governance, Risk and Compliance</dc:title>
  <dc:subject>PptxGenJS Presentation</dc:subject>
  <dc:creator>PptxGenJS</dc:creator>
  <cp:lastModifiedBy>PptxGenJS</cp:lastModifiedBy>
  <cp:revision>1</cp:revision>
  <dcterms:created xsi:type="dcterms:W3CDTF">2026-03-27T17:53:31Z</dcterms:created>
  <dcterms:modified xsi:type="dcterms:W3CDTF">2026-03-27T17:53:31Z</dcterms:modified>
</cp:coreProperties>
</file>