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11480"/>
            <a:ext cx="2011680" cy="274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5  —  SECURITY PROGRAM MANAGEMENT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Audits, Assessments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Pen Testing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 · Atestação · Red/Blue Team · Reconhecimento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78892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90779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Interna · Comitê de Auditoria · Autoavaliação · Atestação · Pen Test Físico · Red Team · Blue Team · Purple Team · Known/Unknown/Partially Known · Reconhecimento Passivo · Reconhecimento Ativo · OSINT · Varredura de Porta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·  Security+ SY0-701  ·  github.com/LuizGilio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 e Avaliações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  ·  EXTERNA  ·  COMITÊ DE AUDITORIA  ·  AUTOAVALIAÇÃO  ·  ATESTAÇÃO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8503920" cy="420624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cibersegurança examina: infraestrutura de TI, software, dispositivos, políticas e procedimentos. Pode encontrar vulnerabilidades antes dos hackers. Realizada interna ou externamente.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4114800" cy="299923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64208"/>
            <a:ext cx="36576" cy="2999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55648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INTERNA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84832"/>
            <a:ext cx="388620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Realizada pela própria organização — sem necessidade de terceiros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Comitê de Auditoria: responsável por gerenciamento de riscos — inicia e encerra auditorias internas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com Autoavaliação: a org. analisa seus processos vs. requisitos próprios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Comitê compila todas as autoavaliações para visão geral de conformidade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perguntas de conformidade interna — garante que tarefas são seguidas corretamente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+ Atestação: após a auditoria, o responsável atesta (opinião formal) os resultados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664208"/>
            <a:ext cx="4160520" cy="299923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664208"/>
            <a:ext cx="36576" cy="2999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755648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EXTERNA (TERCEIROS)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00600" y="2011680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084832"/>
            <a:ext cx="393192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Algumas regulamentações exigem auditoria por terceiro independente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e tipo definidos pelos requisitos do regulamento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externo visita a organização, analisa registros e compila informações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status atual de conformidade + áreas de melhoria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externa traz perspectiva imparcial e conhecimento amplo de mercado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Atestação: executivo responsável assina declarando que os resultados são verdadeiros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Audits, Assessments and Pen Testing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Testing — Equipes e Ambientes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 ·  BLUE TEAM  ·  PURPLE TEAM  ·  FÍSICO  ·  KNOWN  ·  UNKNOWN  ·  PARTIAL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251960" cy="1005840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61872"/>
            <a:ext cx="27432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252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— Ofensivo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 sistemas, procura vulnerabilidades e tenta explorar. Simula um atacante real. Testa defesas de forma ativa.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251960" cy="1005840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61872"/>
            <a:ext cx="27432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252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Team — Defensivo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148132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ataques em tempo real e os bloqueia. Monitora, detecta e responde. Mantém os sistemas protegidos durante o teste.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304288"/>
            <a:ext cx="4251960" cy="1005840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395728"/>
            <a:ext cx="27432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591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Team — Integrado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615184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+ Blue trabalhando juntos. Red encontra abertura → passa ao Blue para corrigir. Feedback constante e melhoria contínua. Mais eficaz.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304288"/>
            <a:ext cx="4251960" cy="1005840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395728"/>
            <a:ext cx="2743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3591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 Físico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615184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 obter acesso físico às instalações — portas, janelas, elevadores. Acesso físico = bypass de segurança lógica. Servidores em data centers seguros por esse motivo.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3511296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AMBIENTE (NÍVEL DE INFORMAÇÃO FORNECIDA)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3785616"/>
            <a:ext cx="2724912" cy="9326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785616"/>
            <a:ext cx="36576" cy="9326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4048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(Caixa Branca)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078224"/>
            <a:ext cx="2514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Divulgação completa de todos os sistemas. Testador sabe tudo sobre o alvo.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72968" y="3785616"/>
            <a:ext cx="2724912" cy="9326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72968" y="3785616"/>
            <a:ext cx="36576" cy="9326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384048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Known (Cinza)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10128" y="4078224"/>
            <a:ext cx="2514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Algumas informações fornecidas. Mistura de conhecido e desconhecido. Foco em sistemas específicos.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25896" y="3785616"/>
            <a:ext cx="2724912" cy="93268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25896" y="3785616"/>
            <a:ext cx="36576" cy="9326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63056" y="384048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(Caixa Preta)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63056" y="4078224"/>
            <a:ext cx="2514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informação fornecida — testador encontra tudo sozinho. Teste cego (blind test).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Audits, Assessments and Pen Testing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— Passivo e Ativo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PASSIVO  ·  ATIVO  ·  OSINT  ·  PORT SCAN  ·  FINGERPRINTING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8503920" cy="420624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" cy="4206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atacar: coletar máximo de informações sobre o alvo. Reconhecimento constrói mapa completo da rede — IPs, sistemas, aplicações, conexões com sites remotos.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4114800" cy="309067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64208"/>
            <a:ext cx="36576" cy="3090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55648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PASSIVO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84832"/>
            <a:ext cx="3886200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conecta diretamente à rede do alvo — não deixa rastros evidentes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OSINT: redes sociais, site corporativo, fóruns, Reddit sobre a empresa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social: obter informações de funcionários da empresa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Dumpster diving: vasculhar lixo por documentos descartados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terceiros que fazem negócios com o alvo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entender o ambiente SEM alertar defesas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664208"/>
            <a:ext cx="4160520" cy="309067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664208"/>
            <a:ext cx="36576" cy="3090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755648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ATIVO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00600" y="2011680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084832"/>
            <a:ext cx="3931920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Conecta-se diretamente à rede do alvo — VISÍVEL nos logs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ficam registradas em firewalls, IDS, logs de sistema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de ping: identifica hosts ativos na rede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scan: identifica portas abertas e serviços rodando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DNS ao servidor corporativo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fingerprinting: identificar SO rodando nos dispositivos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version scan: identificar versões de aplicações — buscar CVEs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Audits, Assessments and Pen Testing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+ Atestação: audita-se os processos, depois atesta-se (opinião formal) os resultados.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32688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Comitê de Auditoria: inicia/encerra auditorias internas + responsável por gestão de riscos.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27632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Autoavaliação: org. analisa seus processos internamente antes da auditoria formal.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627632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= ofensivo (ataca). Blue Team = defensivo (bloqueia). Purple = integração dos dois.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22576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Team: Red encontra abertura → passa ao Blue → Blue corrige. Melhoria contínua.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22576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 Físico: tenta acesso às instalações físicas — portas, janelas, elevadores.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= caixa branca (info completa). Unknown = caixa preta / blind. Partially Known = cinza.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17520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Passivo: OSINT, redes sociais, dumpster diving — SEM tocar na rede.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12464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Ativo: port scan, ping, DNS, fingerprinting — VISÍVEL nos logs.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12464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varredura de porta, versão ou OS fingerprinting = reconhecimento ATIVO.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407408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física crítica: acesso físico = bypass de segurança lógica — servidores trancados.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407408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Regulamentos podem exigir auditoria por terceiro independente em frequência definida.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Audits, Assessments and Pen Testing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5.5 Audits, Assessments and Pen Testing</dc:title>
  <dc:subject>PptxGenJS Presentation</dc:subject>
  <dc:creator>PptxGenJS</dc:creator>
  <cp:lastModifiedBy>PptxGenJS</cp:lastModifiedBy>
  <cp:revision>1</cp:revision>
  <dcterms:created xsi:type="dcterms:W3CDTF">2026-03-27T18:37:58Z</dcterms:created>
  <dcterms:modified xsi:type="dcterms:W3CDTF">2026-03-27T18:37:58Z</dcterms:modified>
</cp:coreProperties>
</file>