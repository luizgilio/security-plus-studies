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411480"/>
            <a:ext cx="2011680" cy="274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DOMÍNIO 5  —  SECURITY PROGRAM MANAGEMENT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20040" y="96012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Risk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Management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320040" y="2331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· Análise · Estratégias · Business Impact Analysis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2788920"/>
            <a:ext cx="8503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2907792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 · Ad Hoc · Qualitativo · Quantitativo · ARO · AV · EF · SLE · ALE · Apetite · Tolerância · Registro de Risco · Transferir · Aceitar · Evitar · Mitigar · Isenção · Exceção · RTO · RPO · MTTR · MTBF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Luiz Otavio Gonçalves Gilio  ·  Security+ SY0-701  ·  github.com/LuizGilio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Avaliação de Risco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HOC  ·  ÚNICA  ·  CONTÍNUA  ·  RECORRENTE  ·  MANDATO  ·  PCI DSS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8503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70432"/>
            <a:ext cx="4251960" cy="1078992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261872"/>
            <a:ext cx="27432" cy="8961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25296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Hoc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0" y="1499616"/>
            <a:ext cx="4023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um propósito específico e pontual. Ex: CEO soube de novo tipo de ataque e quer saber se a org. é suscetível. Comitê é criado, avalia, apresenta e é dissolvido.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1170432"/>
            <a:ext cx="4251960" cy="1078992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261872"/>
            <a:ext cx="27432" cy="89611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225296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Única (One-Time)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892040" y="1499616"/>
            <a:ext cx="4023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Ligada a um projeto específico. Ex: aquisição de outra empresa ou instalação de novo sistema — entender os riscos daquela mudança específica.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" y="2377440"/>
            <a:ext cx="4251960" cy="1078992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2468880"/>
            <a:ext cx="27432" cy="89611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432304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Contínua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" y="2706624"/>
            <a:ext cx="4023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do processo de Change Management. Cada mudança que passa pelo processo inclui avaliação de risco como etapa obrigatória.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54880" y="2377440"/>
            <a:ext cx="4251960" cy="1078992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0" y="2468880"/>
            <a:ext cx="27432" cy="89611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2432304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Recorrente (Periódica)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92040" y="2706624"/>
            <a:ext cx="4023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Cronograma padrão: a cada 3, 6 ou 12 meses. Equipe interna atualiza documentação continuamente. Madura e estruturada.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" y="3584448"/>
            <a:ext cx="4251960" cy="1078992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3675888"/>
            <a:ext cx="27432" cy="89611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639312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 Regulatório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57200" y="3913632"/>
            <a:ext cx="4023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Exigida por regulamento. Ex: PCI DSS obriga avaliação de risco anual para organizações que mantêm números de cartão de crédito em arquivo.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54880" y="3584448"/>
            <a:ext cx="4251960" cy="1078992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3675888"/>
            <a:ext cx="27432" cy="89611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3639312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da Avaliação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892040" y="3913632"/>
            <a:ext cx="4023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Ameaças internas e externas. Riscos de projetos, aquisições, novos equipamentos. O escopo define o tipo: estreito (ad hoc) ou amplo (contínua).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Security+ SY0-701  ·  Domínio 5  ·  Risk Management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Risco — Qualitativa e Quantitativa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QUALITATIVA  ·  ARO  ·  AV  ·  EF  ·  SLE  ·  ALE  ·  APETITE  ·  TOLERÂNCIA  ·  RISK REGISTER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8503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70432"/>
            <a:ext cx="4114800" cy="2395728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70432"/>
            <a:ext cx="36576" cy="239572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61872"/>
            <a:ext cx="39136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QUALITATIVA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1517904"/>
            <a:ext cx="388620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591056"/>
            <a:ext cx="3886200" cy="1883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 fatores de risco em termos amplos: baixo, médio, alto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Light Grid: vermelho (alto) / amarelo (médio) / verde (baixo)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Clientes Windows legados = impacto médio, ocorrência alta, risco ALTO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Dispositivos sem antivírus = impacto médio, ocorrência alta, risco MUITO ALTO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Probabilidade qualitativa: raro, possível, provável, quase certo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Rápida de executar — boa para triagem inicial de riscos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1170432"/>
            <a:ext cx="4160520" cy="2395728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170432"/>
            <a:ext cx="36576" cy="2395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261872"/>
            <a:ext cx="39593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QUANTITATIVA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800600" y="1517904"/>
            <a:ext cx="3931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1591056"/>
            <a:ext cx="3931920" cy="1883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ARO: taxa anual de ocorrência — quantas vezes por ano o evento ocorre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AV: valor do ativo (custo de substituição + impacto em vendas + multas)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EF: fator de exposição — % do valor perdida (ativo total perdido = 1.0)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 = AV × EF → perda esperada por evento único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 = ARO × SLE → custo anual total esperado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Laptop ($1.000) × 1.0 EF = $1.000 SLE × 7 roubos/ano = $7.000 ALE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3694176"/>
            <a:ext cx="8503920" cy="1060704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3694176"/>
            <a:ext cx="36576" cy="106070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749040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APETITE, TOLERÂNCIA E RISK REGISTER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57200" y="4005072"/>
            <a:ext cx="83210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Apetite ao Risco: quanto de risco a org. aceita assumir (conservadora / neutra / expansionista).  Tolerância: variação aceitável ACIMA do apetite — como velocidade limite vs. velocidade em que a polícia multa.  Risk Register: lista todos os riscos, seus detalhes, proprietários e KRIs (Key Risk Indicators).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Security+ SY0-701  ·  Domínio 5  ·  Risk Management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Estratégias de Gestão de Risco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TRANSFERIR  ·  ACEITAR  ·  EVITAR  ·  MITIGAR  ·  ISENÇÃO  ·  EXCEÇÃO  ·  RISK REPORT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8503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70432"/>
            <a:ext cx="4251960" cy="1078992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261872"/>
            <a:ext cx="27432" cy="89611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25296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Transferir (Transfer)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0" y="1499616"/>
            <a:ext cx="4023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Transfere o risco para outra parte. Exemplo mais comum: seguro de cibersegurança. O risco financeiro passa para a seguradora.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1170432"/>
            <a:ext cx="4251960" cy="1078992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261872"/>
            <a:ext cx="27432" cy="8961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225296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Aceitar (Accept)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892040" y="1499616"/>
            <a:ext cx="4023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organização decide conviver com o risco. A forma mais comum de ação. Pode ocorrer com Isenção (exceção formal a uma política) ou Exceção (situação temporária).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" y="2377440"/>
            <a:ext cx="4251960" cy="1078992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2468880"/>
            <a:ext cx="27432" cy="89611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432304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Evitar (Avoid)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" y="2706624"/>
            <a:ext cx="4023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completamente o risco da organização — não há necessidade de gerenciamento adicional. O risco específico deixa de existir para a org.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54880" y="2377440"/>
            <a:ext cx="4251960" cy="1078992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0" y="2468880"/>
            <a:ext cx="27432" cy="89611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2432304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Mitigar (Mitigate)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92040" y="2706624"/>
            <a:ext cx="4023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 o impacto ou probabilidade do risco. Ex: investir em NGFW para mitigar riscos de conectividade com a internet. Não elimina — reduz.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" y="3584448"/>
            <a:ext cx="4251960" cy="1078992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3675888"/>
            <a:ext cx="27432" cy="89611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639312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Isenção (Exemption)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57200" y="3913632"/>
            <a:ext cx="4023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Aprovação formal para IGNORAR uma política para um dispositivo/situação específica. Ex: equipamento industrial com SO não patcheável — gerência aprova isenção + air gap.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54880" y="3584448"/>
            <a:ext cx="4251960" cy="1078992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3675888"/>
            <a:ext cx="27432" cy="89611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3639312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Exceção (Exception)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892040" y="3913632"/>
            <a:ext cx="4023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Situação temporária onde a política não pode ser seguida. Ex: patch causa falha crítica no software — empresa aguarda correção antes de aplicar, além do prazo de 3 dias.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Security+ SY0-701  ·  Domínio 5  ·  Risk Management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 Analysis (BIA)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RTO  ·  RPO  ·  MTTR  ·  MTBF  ·  IMPACTOS  ·  PROBABILIDADE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8503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70432"/>
            <a:ext cx="4251960" cy="1682496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70432"/>
            <a:ext cx="36576" cy="168249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43584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RTO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1627632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Time Objective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865376"/>
            <a:ext cx="402336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938528"/>
            <a:ext cx="4023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tempo pode ficar fora do ar antes de estar operacional. Prazo máximo para restaurar sistemas ao funcionamento. Define o tempo de recuperação aceitável.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27448" y="1170432"/>
            <a:ext cx="4251960" cy="1682496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27448" y="1170432"/>
            <a:ext cx="36576" cy="16824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64608" y="1243584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RPO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864608" y="1627632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Point Objective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864608" y="1865376"/>
            <a:ext cx="402336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64608" y="1938528"/>
            <a:ext cx="4023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no tempo até onde os dados precisam estar disponíveis para ser considerado operacional. Ex: 'precisamos ter pelo menos 12 meses de dados' = RPO de 12 meses.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2999232"/>
            <a:ext cx="4251960" cy="1682496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2999232"/>
            <a:ext cx="36576" cy="168249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072384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MTTR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57200" y="3456432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Time To Repair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3694176"/>
            <a:ext cx="402336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767328"/>
            <a:ext cx="4023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médio para resolver um problema: diagnóstico + obtenção de peça + instalação + configuração. Pode ser reduzido com contrato de SLA de reposição rápida ou peças em estoque.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27448" y="2999232"/>
            <a:ext cx="4251960" cy="1682496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27448" y="2999232"/>
            <a:ext cx="36576" cy="168249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64608" y="3072384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C55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MTBF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864608" y="3456432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Time Between Failures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864608" y="3694176"/>
            <a:ext cx="402336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64608" y="3767328"/>
            <a:ext cx="4023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estimado que o sistema funciona antes da próxima falha. Fornecido pelo fabricante ou calculado: Uptime total ÷ Número total de falhas. Usado para planejar riscos de inatividade.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Security+ SY0-701  ·  Domínio 5  ·  Risk Management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Críticos para a Prova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13232"/>
            <a:ext cx="8503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41248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32688"/>
            <a:ext cx="27432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841248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Hoc = para propósito específico e pontual. Comitê criado → avalia → dissolve.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54880" y="841248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932688"/>
            <a:ext cx="27432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19472" y="841248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 DSS = mandato de avaliação de risco anual para organizações com dados de cartão.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" y="1536192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1627632"/>
            <a:ext cx="27432" cy="3840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" y="1536192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 = AV × EF (perda por evento único). ALE = ARO × SLE (custo anual total).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54880" y="1536192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0" y="1627632"/>
            <a:ext cx="27432" cy="38404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19472" y="1536192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 = frequência anual. AV = valor do ativo. EF = % perdida (ativo total = 1.0).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2231136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2322576"/>
            <a:ext cx="27432" cy="38404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" y="2231136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Qualitativo: Traffic Light Grid (baixo/médio/alto). Quantitativo: SLE e ALE.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54880" y="2231136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0" y="2322576"/>
            <a:ext cx="27432" cy="38404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9472" y="2231136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Apetite = quanto de risco aceita. Tolerância = variação aceitável acima do apetite.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0040" y="2926080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3017520"/>
            <a:ext cx="27432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" y="2926080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Transferir = seguro cyber. Aceitar = conviver. Evitar = remover. Mitigar = reduzir.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54880" y="2926080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3017520"/>
            <a:ext cx="27432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19472" y="2926080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Isenção = ignorar política para caso específico (ex: equipamento industrial). Formal.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0040" y="3621024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" y="3712464"/>
            <a:ext cx="27432" cy="38404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" y="3621024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Exceção = situação temporária onde a política não pode ser seguida. Prazo definido.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54880" y="3621024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0" y="3712464"/>
            <a:ext cx="27432" cy="3840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19472" y="3621024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RTO = quanto tempo para voltar a operar. RPO = até onde os dados precisam existir.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20040" y="4315968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0040" y="4407408"/>
            <a:ext cx="27432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" y="4315968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MTTR = tempo médio de reparo. MTBF = tempo médio entre falhas (uptime ÷ falhas).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754880" y="4315968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54880" y="4407408"/>
            <a:ext cx="27432" cy="38404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19472" y="4315968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Register: lista todos os riscos, proprietários e KRIs. Atualizado continuamente.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004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Security+ SY0-701  ·  Domínio 5  ·  Risk Management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Security+ SY0-701 — 5.2 Risk Management</dc:title>
  <dc:subject>PptxGenJS Presentation</dc:subject>
  <dc:creator>PptxGenJS</dc:creator>
  <cp:lastModifiedBy>PptxGenJS</cp:lastModifiedBy>
  <cp:revision>1</cp:revision>
  <dcterms:created xsi:type="dcterms:W3CDTF">2026-03-27T18:02:21Z</dcterms:created>
  <dcterms:modified xsi:type="dcterms:W3CDTF">2026-03-27T18:02:21Z</dcterms:modified>
</cp:coreProperties>
</file>