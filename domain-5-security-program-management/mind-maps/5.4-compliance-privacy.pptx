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5  —  SECURITY PROGRAM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Privacy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Regulamentos · Penalidades · GDPR · Privacidade de Dados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· HIPAA · GLBA · CCO · Due Care · Due Diligence · Atestação · Breach Disclosure · Dano à Reputação · GDPR · Direito ao Esquecimento · Data Subject · Data Inventory · Privacy Officer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Conformidade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 ·  HIPAA  ·  GLBA  ·  CCO  ·  DUE CARE  ·  DUE DILIGENCE  ·  ATESTAÇÃO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30428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304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REGULAMENTOS E PENALIDADES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(Sarbanes-Oxley 2002): proteção de dados financeiros corporativos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HIPAA: privacidade de informações de saúde nos EUA — PHI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 (Gramm-Leach-Bliley 1999): privacidade de dados de instituições financeiras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— penalidades por não conformidade: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$50k + 1 ano de prisão (crime classe 6)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pretextos: $100k + 5 anos (crime classe 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Intenção maliciosa: $250k + 10 anos de prisão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230428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2304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 E MONITORAMENTO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 (Chief Compliance Officer): responsável por toda conformidade estadual, local, federal e internacional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periódicos obrigatórios — perder o prazo = penalidades/sanções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Care: atividades internas de conformidade — agir de boa fé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Diligence: atividades de conformidade com terceiros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Atestação: executivo assina declarando que conformidade está em dia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Automação: ferramentas que coletam dados, compilam relatórios e monitoram continuamente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02736"/>
            <a:ext cx="8503920" cy="111556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02736"/>
            <a:ext cx="36576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UBER — DANO À REPUTAÇÃO POR NÃO CONFORMIDADE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8321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Out/2016: Uber violada — 25,6M de nomes, e-mails e telefones exfiltrados. Em vez de divulgar, pagaram $100k aos hackers via NDA para silenciá-los. Nov/2017: violação divulgada (mais de 1 ano depois). 2018: multa de $148M. 2019: hackers se declararam culpados. Mai/2023: ex-CISO da Uber condenado a 3 anos de liberdade condicional + multa de $50k.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Compliance and Privacy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 Privacidade de 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 ·  DATA SUBJECT  ·  DIREITO AO ESQUECIMENTO  ·  DATA INVENTORY  ·  PRIVACY OFFICER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572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Regulamento Geral de Proteção de Dados da União Europeia. Coloca o controle dos dados pessoais de volta nas mãos do usuário — todos somos Data Subjects (titulares de dados).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00784"/>
            <a:ext cx="4114800" cy="2962656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00784"/>
            <a:ext cx="36576" cy="2962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92224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CONCEITOS FUNDAMENTAIS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21408"/>
            <a:ext cx="388620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Subject: qualquer pessoa física identificada ou identificável — efetivamente todos nós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protegidos: nome, endereço, foto, e-mail, dados bancários, posts em redes sociais, composição genética, localização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ao Esquecimento: usuário pode solicitar remoção de seus dados — site OBRIGADO a remover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Diferencial: antes o ônus era das empresas. GDPR coloca o controle no USUÁRIO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Sovereignty: dados de cidadãos da UE devem permanecer na 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local → nacional (HIPAA) → internacional (GDPR): nível crescente de abrangência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700784"/>
            <a:ext cx="4160520" cy="2962656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00784"/>
            <a:ext cx="36576" cy="2962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92224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 E PRIVACY ROLES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048256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21408"/>
            <a:ext cx="3931920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Inventory: lista de TODOS os dados coletados e armazenados pela organização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Inclui: proprietário, frequência de atualização, formato e finalidade dos dados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interno: colaboração, segurança de TI, verificação de qualidade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com terceiros: seguir TODAS as diretrizes legais de privacidade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Controller + Data Processor: transferência de dados pessoais entre eles exige proteção — NDA é comum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Officer / DPO: responsável por garantir conformidade com leis de privacidade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Compliance and Privacy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SOX: dados financeiros. HIPAA: saúde (PHI). GLBA: dados de instituições financeiras.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mais grave: intenção maliciosa = $250k + até 10 anos de prisão.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 (Chief Compliance Officer): responsável por toda a conformidade da organização.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Care = atividades internas. Due Diligence = atividades com terceiros.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Atestação: executivo assina declarando conformidade — responsabilidade pessoal.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Uber: esconder violação + NDA para silenciar hackers = $148M de multa.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Disclosure: violação descoberta = obrigatório divulgar no prazo legal da jurisdição.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todos somos Data Subjects. Controle dos dados está com o usuário, não a empresa.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ao Esquecimento: usuário pede remoção → site é obrigado a remover todos os dados.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Inventory: lista de todos os dados coletados — proprietário, formato, frequência.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dados com terceiros = seguir TODAS as diretrizes legais de privacidade.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conformidade: multas, prisão, perda de licença, dano à reputação, queda no valor da ação.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Compliance and Privacy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5.4 Compliance and Privacy</dc:title>
  <dc:subject>PptxGenJS Presentation</dc:subject>
  <dc:creator>PptxGenJS</dc:creator>
  <cp:lastModifiedBy>PptxGenJS</cp:lastModifiedBy>
  <cp:revision>1</cp:revision>
  <dcterms:created xsi:type="dcterms:W3CDTF">2026-03-27T18:29:25Z</dcterms:created>
  <dcterms:modified xsi:type="dcterms:W3CDTF">2026-03-27T18:29:25Z</dcterms:modified>
</cp:coreProperties>
</file>